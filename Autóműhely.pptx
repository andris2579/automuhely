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8"/>
  </p:notesMasterIdLst>
  <p:handoutMasterIdLst>
    <p:handoutMasterId r:id="rId29"/>
  </p:handoutMasterIdLst>
  <p:sldIdLst>
    <p:sldId id="256" r:id="rId5"/>
    <p:sldId id="277" r:id="rId6"/>
    <p:sldId id="281" r:id="rId7"/>
    <p:sldId id="276" r:id="rId8"/>
    <p:sldId id="278" r:id="rId9"/>
    <p:sldId id="280" r:id="rId10"/>
    <p:sldId id="279" r:id="rId11"/>
    <p:sldId id="272" r:id="rId12"/>
    <p:sldId id="262" r:id="rId13"/>
    <p:sldId id="263" r:id="rId14"/>
    <p:sldId id="264" r:id="rId15"/>
    <p:sldId id="265" r:id="rId16"/>
    <p:sldId id="282" r:id="rId17"/>
    <p:sldId id="261" r:id="rId18"/>
    <p:sldId id="283" r:id="rId19"/>
    <p:sldId id="266" r:id="rId20"/>
    <p:sldId id="267" r:id="rId21"/>
    <p:sldId id="268" r:id="rId22"/>
    <p:sldId id="269" r:id="rId23"/>
    <p:sldId id="284" r:id="rId24"/>
    <p:sldId id="270" r:id="rId25"/>
    <p:sldId id="274" r:id="rId26"/>
    <p:sldId id="273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D4A42D-63C2-7358-1FFF-842B5F31573B}" v="19" dt="2025-05-26T18:55:13.815"/>
    <p1510:client id="{76E13BE1-5E91-474F-9591-08CCD179C851}" v="1208" dt="2025-05-26T19:37:14.3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dégfelhasználó" userId="S::urn:spo:anon#d071a83c72a3e8520f6da58ac75d83488d97dea52e917eee31ba497c1fdb9f9e::" providerId="AD" clId="Web-{5BD4A42D-63C2-7358-1FFF-842B5F31573B}"/>
    <pc:docChg chg="modSld">
      <pc:chgData name="Vendégfelhasználó" userId="S::urn:spo:anon#d071a83c72a3e8520f6da58ac75d83488d97dea52e917eee31ba497c1fdb9f9e::" providerId="AD" clId="Web-{5BD4A42D-63C2-7358-1FFF-842B5F31573B}" dt="2025-05-26T18:55:12.925" v="427"/>
      <pc:docMkLst>
        <pc:docMk/>
      </pc:docMkLst>
      <pc:sldChg chg="modSp">
        <pc:chgData name="Vendégfelhasználó" userId="S::urn:spo:anon#d071a83c72a3e8520f6da58ac75d83488d97dea52e917eee31ba497c1fdb9f9e::" providerId="AD" clId="Web-{5BD4A42D-63C2-7358-1FFF-842B5F31573B}" dt="2025-05-26T18:43:48.178" v="3" actId="20577"/>
        <pc:sldMkLst>
          <pc:docMk/>
          <pc:sldMk cId="1862561729" sldId="256"/>
        </pc:sldMkLst>
        <pc:spChg chg="mod">
          <ac:chgData name="Vendégfelhasználó" userId="S::urn:spo:anon#d071a83c72a3e8520f6da58ac75d83488d97dea52e917eee31ba497c1fdb9f9e::" providerId="AD" clId="Web-{5BD4A42D-63C2-7358-1FFF-842B5F31573B}" dt="2025-05-26T18:43:48.178" v="3" actId="20577"/>
          <ac:spMkLst>
            <pc:docMk/>
            <pc:sldMk cId="1862561729" sldId="256"/>
            <ac:spMk id="3" creationId="{0F792FDE-CCA5-5DCB-A228-54F0296CAF49}"/>
          </ac:spMkLst>
        </pc:spChg>
      </pc:sldChg>
      <pc:sldChg chg="modSp modNotes">
        <pc:chgData name="Vendégfelhasználó" userId="S::urn:spo:anon#d071a83c72a3e8520f6da58ac75d83488d97dea52e917eee31ba497c1fdb9f9e::" providerId="AD" clId="Web-{5BD4A42D-63C2-7358-1FFF-842B5F31573B}" dt="2025-05-26T18:55:12.925" v="427"/>
        <pc:sldMkLst>
          <pc:docMk/>
          <pc:sldMk cId="265899542" sldId="284"/>
        </pc:sldMkLst>
        <pc:spChg chg="mod">
          <ac:chgData name="Vendégfelhasználó" userId="S::urn:spo:anon#d071a83c72a3e8520f6da58ac75d83488d97dea52e917eee31ba497c1fdb9f9e::" providerId="AD" clId="Web-{5BD4A42D-63C2-7358-1FFF-842B5F31573B}" dt="2025-05-26T18:46:18.216" v="15" actId="20577"/>
          <ac:spMkLst>
            <pc:docMk/>
            <pc:sldMk cId="265899542" sldId="284"/>
            <ac:spMk id="2" creationId="{A2467755-21B8-1916-432D-2D5309EF725C}"/>
          </ac:spMkLst>
        </pc:spChg>
      </pc:sldChg>
    </pc:docChg>
  </pc:docChgLst>
  <pc:docChgLst>
    <pc:chgData name="Fenyvesi Ákos" userId="d09c1a31-e50c-43f9-ad19-f2968a4b645a" providerId="ADAL" clId="{A688BB36-F11D-421C-9E49-3071023F76BC}"/>
    <pc:docChg chg="undo redo custSel addSld delSld modSld sldOrd">
      <pc:chgData name="Fenyvesi Ákos" userId="d09c1a31-e50c-43f9-ad19-f2968a4b645a" providerId="ADAL" clId="{A688BB36-F11D-421C-9E49-3071023F76BC}" dt="2025-05-25T19:32:49.178" v="1366" actId="20577"/>
      <pc:docMkLst>
        <pc:docMk/>
      </pc:docMkLst>
      <pc:sldChg chg="modNotesTx">
        <pc:chgData name="Fenyvesi Ákos" userId="d09c1a31-e50c-43f9-ad19-f2968a4b645a" providerId="ADAL" clId="{A688BB36-F11D-421C-9E49-3071023F76BC}" dt="2025-05-25T19:32:49.178" v="1366" actId="20577"/>
        <pc:sldMkLst>
          <pc:docMk/>
          <pc:sldMk cId="1527051386" sldId="261"/>
        </pc:sldMkLst>
      </pc:sldChg>
      <pc:sldChg chg="addSp delSp modSp mod delAnim modNotesTx">
        <pc:chgData name="Fenyvesi Ákos" userId="d09c1a31-e50c-43f9-ad19-f2968a4b645a" providerId="ADAL" clId="{A688BB36-F11D-421C-9E49-3071023F76BC}" dt="2025-05-25T18:54:53.098" v="925" actId="20577"/>
        <pc:sldMkLst>
          <pc:docMk/>
          <pc:sldMk cId="3725683091" sldId="266"/>
        </pc:sldMkLst>
        <pc:spChg chg="mod">
          <ac:chgData name="Fenyvesi Ákos" userId="d09c1a31-e50c-43f9-ad19-f2968a4b645a" providerId="ADAL" clId="{A688BB36-F11D-421C-9E49-3071023F76BC}" dt="2025-05-25T18:43:29.470" v="721" actId="26606"/>
          <ac:spMkLst>
            <pc:docMk/>
            <pc:sldMk cId="3725683091" sldId="266"/>
            <ac:spMk id="2" creationId="{3D3D6076-DCF6-9ABB-5C81-DDCA6FF7CDD0}"/>
          </ac:spMkLst>
        </pc:spChg>
        <pc:spChg chg="add del mod">
          <ac:chgData name="Fenyvesi Ákos" userId="d09c1a31-e50c-43f9-ad19-f2968a4b645a" providerId="ADAL" clId="{A688BB36-F11D-421C-9E49-3071023F76BC}" dt="2025-05-25T18:43:27.269" v="718"/>
          <ac:spMkLst>
            <pc:docMk/>
            <pc:sldMk cId="3725683091" sldId="266"/>
            <ac:spMk id="4" creationId="{0F0140D0-F635-CB63-9CB0-7E7D215213FA}"/>
          </ac:spMkLst>
        </pc:spChg>
        <pc:spChg chg="del">
          <ac:chgData name="Fenyvesi Ákos" userId="d09c1a31-e50c-43f9-ad19-f2968a4b645a" providerId="ADAL" clId="{A688BB36-F11D-421C-9E49-3071023F76BC}" dt="2025-05-25T18:43:29.470" v="721" actId="26606"/>
          <ac:spMkLst>
            <pc:docMk/>
            <pc:sldMk cId="3725683091" sldId="266"/>
            <ac:spMk id="10" creationId="{133F8CB7-795C-4272-9073-64D8CF97F220}"/>
          </ac:spMkLst>
        </pc:spChg>
        <pc:spChg chg="del">
          <ac:chgData name="Fenyvesi Ákos" userId="d09c1a31-e50c-43f9-ad19-f2968a4b645a" providerId="ADAL" clId="{A688BB36-F11D-421C-9E49-3071023F76BC}" dt="2025-05-25T18:43:29.470" v="721" actId="26606"/>
          <ac:spMkLst>
            <pc:docMk/>
            <pc:sldMk cId="3725683091" sldId="266"/>
            <ac:spMk id="12" creationId="{B7743172-17A8-4FA4-8434-B813E03B7665}"/>
          </ac:spMkLst>
        </pc:spChg>
        <pc:spChg chg="del">
          <ac:chgData name="Fenyvesi Ákos" userId="d09c1a31-e50c-43f9-ad19-f2968a4b645a" providerId="ADAL" clId="{A688BB36-F11D-421C-9E49-3071023F76BC}" dt="2025-05-25T18:43:29.470" v="721" actId="26606"/>
          <ac:spMkLst>
            <pc:docMk/>
            <pc:sldMk cId="3725683091" sldId="266"/>
            <ac:spMk id="14" creationId="{4CE1233C-FD2F-489E-BFDE-086F5FED6491}"/>
          </ac:spMkLst>
        </pc:spChg>
        <pc:spChg chg="add">
          <ac:chgData name="Fenyvesi Ákos" userId="d09c1a31-e50c-43f9-ad19-f2968a4b645a" providerId="ADAL" clId="{A688BB36-F11D-421C-9E49-3071023F76BC}" dt="2025-05-25T18:43:29.470" v="721" actId="26606"/>
          <ac:spMkLst>
            <pc:docMk/>
            <pc:sldMk cId="3725683091" sldId="266"/>
            <ac:spMk id="19" creationId="{133F8CB7-795C-4272-9073-64D8CF97F220}"/>
          </ac:spMkLst>
        </pc:spChg>
        <pc:spChg chg="add">
          <ac:chgData name="Fenyvesi Ákos" userId="d09c1a31-e50c-43f9-ad19-f2968a4b645a" providerId="ADAL" clId="{A688BB36-F11D-421C-9E49-3071023F76BC}" dt="2025-05-25T18:43:29.470" v="721" actId="26606"/>
          <ac:spMkLst>
            <pc:docMk/>
            <pc:sldMk cId="3725683091" sldId="266"/>
            <ac:spMk id="21" creationId="{B7743172-17A8-4FA4-8434-B813E03B7665}"/>
          </ac:spMkLst>
        </pc:spChg>
        <pc:spChg chg="add">
          <ac:chgData name="Fenyvesi Ákos" userId="d09c1a31-e50c-43f9-ad19-f2968a4b645a" providerId="ADAL" clId="{A688BB36-F11D-421C-9E49-3071023F76BC}" dt="2025-05-25T18:43:29.470" v="721" actId="26606"/>
          <ac:spMkLst>
            <pc:docMk/>
            <pc:sldMk cId="3725683091" sldId="266"/>
            <ac:spMk id="23" creationId="{4CE1233C-FD2F-489E-BFDE-086F5FED6491}"/>
          </ac:spMkLst>
        </pc:spChg>
        <pc:picChg chg="del">
          <ac:chgData name="Fenyvesi Ákos" userId="d09c1a31-e50c-43f9-ad19-f2968a4b645a" providerId="ADAL" clId="{A688BB36-F11D-421C-9E49-3071023F76BC}" dt="2025-05-25T18:43:25.316" v="717" actId="478"/>
          <ac:picMkLst>
            <pc:docMk/>
            <pc:sldMk cId="3725683091" sldId="266"/>
            <ac:picMk id="5" creationId="{5919C96C-9B9B-403F-4DDC-46310C6C054F}"/>
          </ac:picMkLst>
        </pc:picChg>
        <pc:picChg chg="add mod">
          <ac:chgData name="Fenyvesi Ákos" userId="d09c1a31-e50c-43f9-ad19-f2968a4b645a" providerId="ADAL" clId="{A688BB36-F11D-421C-9E49-3071023F76BC}" dt="2025-05-25T18:43:29.470" v="721" actId="26606"/>
          <ac:picMkLst>
            <pc:docMk/>
            <pc:sldMk cId="3725683091" sldId="266"/>
            <ac:picMk id="7" creationId="{B1178343-C7BD-0755-806F-BF639324BD35}"/>
          </ac:picMkLst>
        </pc:picChg>
      </pc:sldChg>
      <pc:sldChg chg="addSp delSp modSp mod delAnim modNotesTx">
        <pc:chgData name="Fenyvesi Ákos" userId="d09c1a31-e50c-43f9-ad19-f2968a4b645a" providerId="ADAL" clId="{A688BB36-F11D-421C-9E49-3071023F76BC}" dt="2025-05-25T18:59:05.369" v="927"/>
        <pc:sldMkLst>
          <pc:docMk/>
          <pc:sldMk cId="2556666551" sldId="267"/>
        </pc:sldMkLst>
        <pc:spChg chg="mod">
          <ac:chgData name="Fenyvesi Ákos" userId="d09c1a31-e50c-43f9-ad19-f2968a4b645a" providerId="ADAL" clId="{A688BB36-F11D-421C-9E49-3071023F76BC}" dt="2025-05-25T18:45:15.179" v="726" actId="26606"/>
          <ac:spMkLst>
            <pc:docMk/>
            <pc:sldMk cId="2556666551" sldId="267"/>
            <ac:spMk id="2" creationId="{4AE42346-CCCC-97A2-B4B9-C2024A4BA773}"/>
          </ac:spMkLst>
        </pc:spChg>
        <pc:spChg chg="add del mod">
          <ac:chgData name="Fenyvesi Ákos" userId="d09c1a31-e50c-43f9-ad19-f2968a4b645a" providerId="ADAL" clId="{A688BB36-F11D-421C-9E49-3071023F76BC}" dt="2025-05-25T18:43:03.546" v="710"/>
          <ac:spMkLst>
            <pc:docMk/>
            <pc:sldMk cId="2556666551" sldId="267"/>
            <ac:spMk id="4" creationId="{8E53527A-62BA-6422-F8A4-829DF78EF18C}"/>
          </ac:spMkLst>
        </pc:spChg>
        <pc:spChg chg="add del mod">
          <ac:chgData name="Fenyvesi Ákos" userId="d09c1a31-e50c-43f9-ad19-f2968a4b645a" providerId="ADAL" clId="{A688BB36-F11D-421C-9E49-3071023F76BC}" dt="2025-05-25T18:45:12.106" v="723"/>
          <ac:spMkLst>
            <pc:docMk/>
            <pc:sldMk cId="2556666551" sldId="267"/>
            <ac:spMk id="9" creationId="{CA636E35-BE9A-1F38-9FFC-A80BB15F729F}"/>
          </ac:spMkLst>
        </pc:spChg>
        <pc:spChg chg="add del">
          <ac:chgData name="Fenyvesi Ákos" userId="d09c1a31-e50c-43f9-ad19-f2968a4b645a" providerId="ADAL" clId="{A688BB36-F11D-421C-9E49-3071023F76BC}" dt="2025-05-25T18:45:15.179" v="726" actId="26606"/>
          <ac:spMkLst>
            <pc:docMk/>
            <pc:sldMk cId="2556666551" sldId="267"/>
            <ac:spMk id="10" creationId="{133F8CB7-795C-4272-9073-64D8CF97F220}"/>
          </ac:spMkLst>
        </pc:spChg>
        <pc:spChg chg="add del">
          <ac:chgData name="Fenyvesi Ákos" userId="d09c1a31-e50c-43f9-ad19-f2968a4b645a" providerId="ADAL" clId="{A688BB36-F11D-421C-9E49-3071023F76BC}" dt="2025-05-25T18:45:15.179" v="726" actId="26606"/>
          <ac:spMkLst>
            <pc:docMk/>
            <pc:sldMk cId="2556666551" sldId="267"/>
            <ac:spMk id="12" creationId="{79277119-B941-4A45-9322-FA2BC135DE62}"/>
          </ac:spMkLst>
        </pc:spChg>
        <pc:spChg chg="add del">
          <ac:chgData name="Fenyvesi Ákos" userId="d09c1a31-e50c-43f9-ad19-f2968a4b645a" providerId="ADAL" clId="{A688BB36-F11D-421C-9E49-3071023F76BC}" dt="2025-05-25T18:45:15.179" v="726" actId="26606"/>
          <ac:spMkLst>
            <pc:docMk/>
            <pc:sldMk cId="2556666551" sldId="267"/>
            <ac:spMk id="14" creationId="{DFDB457D-F372-428B-A10D-41080EF9382A}"/>
          </ac:spMkLst>
        </pc:spChg>
        <pc:spChg chg="add">
          <ac:chgData name="Fenyvesi Ákos" userId="d09c1a31-e50c-43f9-ad19-f2968a4b645a" providerId="ADAL" clId="{A688BB36-F11D-421C-9E49-3071023F76BC}" dt="2025-05-25T18:45:15.179" v="726" actId="26606"/>
          <ac:spMkLst>
            <pc:docMk/>
            <pc:sldMk cId="2556666551" sldId="267"/>
            <ac:spMk id="16" creationId="{133F8CB7-795C-4272-9073-64D8CF97F220}"/>
          </ac:spMkLst>
        </pc:spChg>
        <pc:spChg chg="add">
          <ac:chgData name="Fenyvesi Ákos" userId="d09c1a31-e50c-43f9-ad19-f2968a4b645a" providerId="ADAL" clId="{A688BB36-F11D-421C-9E49-3071023F76BC}" dt="2025-05-25T18:45:15.179" v="726" actId="26606"/>
          <ac:spMkLst>
            <pc:docMk/>
            <pc:sldMk cId="2556666551" sldId="267"/>
            <ac:spMk id="17" creationId="{79277119-B941-4A45-9322-FA2BC135DE62}"/>
          </ac:spMkLst>
        </pc:spChg>
        <pc:spChg chg="add">
          <ac:chgData name="Fenyvesi Ákos" userId="d09c1a31-e50c-43f9-ad19-f2968a4b645a" providerId="ADAL" clId="{A688BB36-F11D-421C-9E49-3071023F76BC}" dt="2025-05-25T18:45:15.179" v="726" actId="26606"/>
          <ac:spMkLst>
            <pc:docMk/>
            <pc:sldMk cId="2556666551" sldId="267"/>
            <ac:spMk id="18" creationId="{DFDB457D-F372-428B-A10D-41080EF9382A}"/>
          </ac:spMkLst>
        </pc:spChg>
        <pc:spChg chg="add del">
          <ac:chgData name="Fenyvesi Ákos" userId="d09c1a31-e50c-43f9-ad19-f2968a4b645a" providerId="ADAL" clId="{A688BB36-F11D-421C-9E49-3071023F76BC}" dt="2025-05-25T18:43:15.261" v="715" actId="26606"/>
          <ac:spMkLst>
            <pc:docMk/>
            <pc:sldMk cId="2556666551" sldId="267"/>
            <ac:spMk id="19" creationId="{133F8CB7-795C-4272-9073-64D8CF97F220}"/>
          </ac:spMkLst>
        </pc:spChg>
        <pc:spChg chg="add del">
          <ac:chgData name="Fenyvesi Ákos" userId="d09c1a31-e50c-43f9-ad19-f2968a4b645a" providerId="ADAL" clId="{A688BB36-F11D-421C-9E49-3071023F76BC}" dt="2025-05-25T18:43:15.261" v="715" actId="26606"/>
          <ac:spMkLst>
            <pc:docMk/>
            <pc:sldMk cId="2556666551" sldId="267"/>
            <ac:spMk id="21" creationId="{79277119-B941-4A45-9322-FA2BC135DE62}"/>
          </ac:spMkLst>
        </pc:spChg>
        <pc:spChg chg="add del">
          <ac:chgData name="Fenyvesi Ákos" userId="d09c1a31-e50c-43f9-ad19-f2968a4b645a" providerId="ADAL" clId="{A688BB36-F11D-421C-9E49-3071023F76BC}" dt="2025-05-25T18:43:15.261" v="715" actId="26606"/>
          <ac:spMkLst>
            <pc:docMk/>
            <pc:sldMk cId="2556666551" sldId="267"/>
            <ac:spMk id="23" creationId="{DFDB457D-F372-428B-A10D-41080EF9382A}"/>
          </ac:spMkLst>
        </pc:spChg>
        <pc:picChg chg="del">
          <ac:chgData name="Fenyvesi Ákos" userId="d09c1a31-e50c-43f9-ad19-f2968a4b645a" providerId="ADAL" clId="{A688BB36-F11D-421C-9E49-3071023F76BC}" dt="2025-05-25T18:43:01.577" v="709" actId="478"/>
          <ac:picMkLst>
            <pc:docMk/>
            <pc:sldMk cId="2556666551" sldId="267"/>
            <ac:picMk id="5" creationId="{99F51518-A786-1FC5-4A0F-29241F7D554E}"/>
          </ac:picMkLst>
        </pc:picChg>
        <pc:picChg chg="add del mod">
          <ac:chgData name="Fenyvesi Ákos" userId="d09c1a31-e50c-43f9-ad19-f2968a4b645a" providerId="ADAL" clId="{A688BB36-F11D-421C-9E49-3071023F76BC}" dt="2025-05-25T18:43:36.964" v="722" actId="478"/>
          <ac:picMkLst>
            <pc:docMk/>
            <pc:sldMk cId="2556666551" sldId="267"/>
            <ac:picMk id="7" creationId="{E4E6D414-D5DA-BCAE-8EE1-A3B3D32E3B6D}"/>
          </ac:picMkLst>
        </pc:picChg>
        <pc:picChg chg="add mod">
          <ac:chgData name="Fenyvesi Ákos" userId="d09c1a31-e50c-43f9-ad19-f2968a4b645a" providerId="ADAL" clId="{A688BB36-F11D-421C-9E49-3071023F76BC}" dt="2025-05-25T18:45:15.179" v="726" actId="26606"/>
          <ac:picMkLst>
            <pc:docMk/>
            <pc:sldMk cId="2556666551" sldId="267"/>
            <ac:picMk id="13" creationId="{80DF3B49-F5B6-F08C-4F90-E6DA8E0FB230}"/>
          </ac:picMkLst>
        </pc:picChg>
      </pc:sldChg>
      <pc:sldChg chg="modNotesTx">
        <pc:chgData name="Fenyvesi Ákos" userId="d09c1a31-e50c-43f9-ad19-f2968a4b645a" providerId="ADAL" clId="{A688BB36-F11D-421C-9E49-3071023F76BC}" dt="2025-05-25T19:01:47.132" v="928"/>
        <pc:sldMkLst>
          <pc:docMk/>
          <pc:sldMk cId="1999183856" sldId="268"/>
        </pc:sldMkLst>
      </pc:sldChg>
      <pc:sldChg chg="addSp delSp modSp mod delAnim modAnim modNotesTx">
        <pc:chgData name="Fenyvesi Ákos" userId="d09c1a31-e50c-43f9-ad19-f2968a4b645a" providerId="ADAL" clId="{A688BB36-F11D-421C-9E49-3071023F76BC}" dt="2025-05-25T19:24:14.331" v="1251"/>
        <pc:sldMkLst>
          <pc:docMk/>
          <pc:sldMk cId="3247044973" sldId="269"/>
        </pc:sldMkLst>
        <pc:spChg chg="mod">
          <ac:chgData name="Fenyvesi Ákos" userId="d09c1a31-e50c-43f9-ad19-f2968a4b645a" providerId="ADAL" clId="{A688BB36-F11D-421C-9E49-3071023F76BC}" dt="2025-05-25T19:03:25.463" v="934" actId="26606"/>
          <ac:spMkLst>
            <pc:docMk/>
            <pc:sldMk cId="3247044973" sldId="269"/>
            <ac:spMk id="2" creationId="{47CD8B5D-0686-F446-3E53-6C4E9047B00E}"/>
          </ac:spMkLst>
        </pc:spChg>
        <pc:spChg chg="add del mod">
          <ac:chgData name="Fenyvesi Ákos" userId="d09c1a31-e50c-43f9-ad19-f2968a4b645a" providerId="ADAL" clId="{A688BB36-F11D-421C-9E49-3071023F76BC}" dt="2025-05-25T19:03:07.422" v="930"/>
          <ac:spMkLst>
            <pc:docMk/>
            <pc:sldMk cId="3247044973" sldId="269"/>
            <ac:spMk id="4" creationId="{10E3BF3D-5E1B-9105-4699-8AE9B1111518}"/>
          </ac:spMkLst>
        </pc:spChg>
        <pc:spChg chg="del">
          <ac:chgData name="Fenyvesi Ákos" userId="d09c1a31-e50c-43f9-ad19-f2968a4b645a" providerId="ADAL" clId="{A688BB36-F11D-421C-9E49-3071023F76BC}" dt="2025-05-25T19:03:25.463" v="934" actId="26606"/>
          <ac:spMkLst>
            <pc:docMk/>
            <pc:sldMk cId="3247044973" sldId="269"/>
            <ac:spMk id="10" creationId="{133F8CB7-795C-4272-9073-64D8CF97F220}"/>
          </ac:spMkLst>
        </pc:spChg>
        <pc:spChg chg="del">
          <ac:chgData name="Fenyvesi Ákos" userId="d09c1a31-e50c-43f9-ad19-f2968a4b645a" providerId="ADAL" clId="{A688BB36-F11D-421C-9E49-3071023F76BC}" dt="2025-05-25T19:03:25.463" v="934" actId="26606"/>
          <ac:spMkLst>
            <pc:docMk/>
            <pc:sldMk cId="3247044973" sldId="269"/>
            <ac:spMk id="12" creationId="{B7743172-17A8-4FA4-8434-B813E03B7665}"/>
          </ac:spMkLst>
        </pc:spChg>
        <pc:spChg chg="del">
          <ac:chgData name="Fenyvesi Ákos" userId="d09c1a31-e50c-43f9-ad19-f2968a4b645a" providerId="ADAL" clId="{A688BB36-F11D-421C-9E49-3071023F76BC}" dt="2025-05-25T19:03:25.463" v="934" actId="26606"/>
          <ac:spMkLst>
            <pc:docMk/>
            <pc:sldMk cId="3247044973" sldId="269"/>
            <ac:spMk id="14" creationId="{4CE1233C-FD2F-489E-BFDE-086F5FED6491}"/>
          </ac:spMkLst>
        </pc:spChg>
        <pc:spChg chg="add">
          <ac:chgData name="Fenyvesi Ákos" userId="d09c1a31-e50c-43f9-ad19-f2968a4b645a" providerId="ADAL" clId="{A688BB36-F11D-421C-9E49-3071023F76BC}" dt="2025-05-25T19:03:25.463" v="934" actId="26606"/>
          <ac:spMkLst>
            <pc:docMk/>
            <pc:sldMk cId="3247044973" sldId="269"/>
            <ac:spMk id="19" creationId="{133F8CB7-795C-4272-9073-64D8CF97F220}"/>
          </ac:spMkLst>
        </pc:spChg>
        <pc:spChg chg="add">
          <ac:chgData name="Fenyvesi Ákos" userId="d09c1a31-e50c-43f9-ad19-f2968a4b645a" providerId="ADAL" clId="{A688BB36-F11D-421C-9E49-3071023F76BC}" dt="2025-05-25T19:03:25.463" v="934" actId="26606"/>
          <ac:spMkLst>
            <pc:docMk/>
            <pc:sldMk cId="3247044973" sldId="269"/>
            <ac:spMk id="21" creationId="{B7743172-17A8-4FA4-8434-B813E03B7665}"/>
          </ac:spMkLst>
        </pc:spChg>
        <pc:spChg chg="add">
          <ac:chgData name="Fenyvesi Ákos" userId="d09c1a31-e50c-43f9-ad19-f2968a4b645a" providerId="ADAL" clId="{A688BB36-F11D-421C-9E49-3071023F76BC}" dt="2025-05-25T19:03:25.463" v="934" actId="26606"/>
          <ac:spMkLst>
            <pc:docMk/>
            <pc:sldMk cId="3247044973" sldId="269"/>
            <ac:spMk id="23" creationId="{4CE1233C-FD2F-489E-BFDE-086F5FED6491}"/>
          </ac:spMkLst>
        </pc:spChg>
        <pc:picChg chg="add mod">
          <ac:chgData name="Fenyvesi Ákos" userId="d09c1a31-e50c-43f9-ad19-f2968a4b645a" providerId="ADAL" clId="{A688BB36-F11D-421C-9E49-3071023F76BC}" dt="2025-05-25T19:23:51.558" v="1242" actId="14100"/>
          <ac:picMkLst>
            <pc:docMk/>
            <pc:sldMk cId="3247044973" sldId="269"/>
            <ac:picMk id="4" creationId="{9CE6DB1B-ADA9-CA88-94C0-FE915C2F4EDB}"/>
          </ac:picMkLst>
        </pc:picChg>
        <pc:picChg chg="del">
          <ac:chgData name="Fenyvesi Ákos" userId="d09c1a31-e50c-43f9-ad19-f2968a4b645a" providerId="ADAL" clId="{A688BB36-F11D-421C-9E49-3071023F76BC}" dt="2025-05-25T19:03:06.201" v="929" actId="478"/>
          <ac:picMkLst>
            <pc:docMk/>
            <pc:sldMk cId="3247044973" sldId="269"/>
            <ac:picMk id="5" creationId="{893F7FBA-2066-3E4D-6313-D8E6D26899E3}"/>
          </ac:picMkLst>
        </pc:picChg>
        <pc:picChg chg="add mod">
          <ac:chgData name="Fenyvesi Ákos" userId="d09c1a31-e50c-43f9-ad19-f2968a4b645a" providerId="ADAL" clId="{A688BB36-F11D-421C-9E49-3071023F76BC}" dt="2025-05-25T19:03:25.463" v="934" actId="26606"/>
          <ac:picMkLst>
            <pc:docMk/>
            <pc:sldMk cId="3247044973" sldId="269"/>
            <ac:picMk id="7" creationId="{8F4561C9-3529-A33D-1789-367C6AE848EB}"/>
          </ac:picMkLst>
        </pc:picChg>
      </pc:sldChg>
      <pc:sldChg chg="modSp mod modNotesTx">
        <pc:chgData name="Fenyvesi Ákos" userId="d09c1a31-e50c-43f9-ad19-f2968a4b645a" providerId="ADAL" clId="{A688BB36-F11D-421C-9E49-3071023F76BC}" dt="2025-05-25T18:31:01.765" v="568" actId="33524"/>
        <pc:sldMkLst>
          <pc:docMk/>
          <pc:sldMk cId="1301977498" sldId="270"/>
        </pc:sldMkLst>
        <pc:spChg chg="mod">
          <ac:chgData name="Fenyvesi Ákos" userId="d09c1a31-e50c-43f9-ad19-f2968a4b645a" providerId="ADAL" clId="{A688BB36-F11D-421C-9E49-3071023F76BC}" dt="2025-05-25T18:26:15.381" v="173" actId="20577"/>
          <ac:spMkLst>
            <pc:docMk/>
            <pc:sldMk cId="1301977498" sldId="270"/>
            <ac:spMk id="2" creationId="{96F9277A-369E-0333-0EE3-1DDC089C171A}"/>
          </ac:spMkLst>
        </pc:spChg>
      </pc:sldChg>
      <pc:sldChg chg="delSp add del ord setBg delDesignElem">
        <pc:chgData name="Fenyvesi Ákos" userId="d09c1a31-e50c-43f9-ad19-f2968a4b645a" providerId="ADAL" clId="{A688BB36-F11D-421C-9E49-3071023F76BC}" dt="2025-05-25T18:33:16.923" v="573" actId="47"/>
        <pc:sldMkLst>
          <pc:docMk/>
          <pc:sldMk cId="110458101" sldId="283"/>
        </pc:sldMkLst>
        <pc:spChg chg="del">
          <ac:chgData name="Fenyvesi Ákos" userId="d09c1a31-e50c-43f9-ad19-f2968a4b645a" providerId="ADAL" clId="{A688BB36-F11D-421C-9E49-3071023F76BC}" dt="2025-05-25T18:33:12.751" v="570"/>
          <ac:spMkLst>
            <pc:docMk/>
            <pc:sldMk cId="110458101" sldId="283"/>
            <ac:spMk id="10" creationId="{F10C4A3E-9479-C662-A3FC-190648D79B1F}"/>
          </ac:spMkLst>
        </pc:spChg>
        <pc:spChg chg="del">
          <ac:chgData name="Fenyvesi Ákos" userId="d09c1a31-e50c-43f9-ad19-f2968a4b645a" providerId="ADAL" clId="{A688BB36-F11D-421C-9E49-3071023F76BC}" dt="2025-05-25T18:33:12.751" v="570"/>
          <ac:spMkLst>
            <pc:docMk/>
            <pc:sldMk cId="110458101" sldId="283"/>
            <ac:spMk id="12" creationId="{CB8A0129-96F4-B716-1115-8CCF6041FE9E}"/>
          </ac:spMkLst>
        </pc:spChg>
        <pc:spChg chg="del">
          <ac:chgData name="Fenyvesi Ákos" userId="d09c1a31-e50c-43f9-ad19-f2968a4b645a" providerId="ADAL" clId="{A688BB36-F11D-421C-9E49-3071023F76BC}" dt="2025-05-25T18:33:12.751" v="570"/>
          <ac:spMkLst>
            <pc:docMk/>
            <pc:sldMk cId="110458101" sldId="283"/>
            <ac:spMk id="14" creationId="{AE0E0B57-EBF8-4554-DCC1-FE32CE0D48C2}"/>
          </ac:spMkLst>
        </pc:spChg>
      </pc:sldChg>
      <pc:sldChg chg="addSp delSp modSp new mod setBg setClrOvrMap modNotesTx">
        <pc:chgData name="Fenyvesi Ákos" userId="d09c1a31-e50c-43f9-ad19-f2968a4b645a" providerId="ADAL" clId="{A688BB36-F11D-421C-9E49-3071023F76BC}" dt="2025-05-25T18:41:59.578" v="708" actId="20577"/>
        <pc:sldMkLst>
          <pc:docMk/>
          <pc:sldMk cId="1540790325" sldId="283"/>
        </pc:sldMkLst>
        <pc:spChg chg="mod">
          <ac:chgData name="Fenyvesi Ákos" userId="d09c1a31-e50c-43f9-ad19-f2968a4b645a" providerId="ADAL" clId="{A688BB36-F11D-421C-9E49-3071023F76BC}" dt="2025-05-25T18:39:57.387" v="632" actId="20577"/>
          <ac:spMkLst>
            <pc:docMk/>
            <pc:sldMk cId="1540790325" sldId="283"/>
            <ac:spMk id="2" creationId="{857B570F-1DF8-D529-42FF-AF62FAB7EFFC}"/>
          </ac:spMkLst>
        </pc:spChg>
        <pc:spChg chg="add del mod">
          <ac:chgData name="Fenyvesi Ákos" userId="d09c1a31-e50c-43f9-ad19-f2968a4b645a" providerId="ADAL" clId="{A688BB36-F11D-421C-9E49-3071023F76BC}" dt="2025-05-25T18:35:45.660" v="595" actId="26606"/>
          <ac:spMkLst>
            <pc:docMk/>
            <pc:sldMk cId="1540790325" sldId="283"/>
            <ac:spMk id="3" creationId="{57D7FE8D-4E93-C36D-0C2D-2B559E8804D7}"/>
          </ac:spMkLst>
        </pc:spChg>
        <pc:spChg chg="add del">
          <ac:chgData name="Fenyvesi Ákos" userId="d09c1a31-e50c-43f9-ad19-f2968a4b645a" providerId="ADAL" clId="{A688BB36-F11D-421C-9E49-3071023F76BC}" dt="2025-05-25T18:35:45.660" v="595" actId="26606"/>
          <ac:spMkLst>
            <pc:docMk/>
            <pc:sldMk cId="1540790325" sldId="283"/>
            <ac:spMk id="8" creationId="{089A69AF-D57B-49B4-886C-D4A5DC194421}"/>
          </ac:spMkLst>
        </pc:spChg>
        <pc:spChg chg="add del">
          <ac:chgData name="Fenyvesi Ákos" userId="d09c1a31-e50c-43f9-ad19-f2968a4b645a" providerId="ADAL" clId="{A688BB36-F11D-421C-9E49-3071023F76BC}" dt="2025-05-25T18:35:45.660" v="595" actId="26606"/>
          <ac:spMkLst>
            <pc:docMk/>
            <pc:sldMk cId="1540790325" sldId="283"/>
            <ac:spMk id="10" creationId="{CABDC08D-6093-4397-92D4-54D00E2BB1C2}"/>
          </ac:spMkLst>
        </pc:spChg>
        <pc:spChg chg="add del">
          <ac:chgData name="Fenyvesi Ákos" userId="d09c1a31-e50c-43f9-ad19-f2968a4b645a" providerId="ADAL" clId="{A688BB36-F11D-421C-9E49-3071023F76BC}" dt="2025-05-25T18:35:25.891" v="578" actId="26606"/>
          <ac:spMkLst>
            <pc:docMk/>
            <pc:sldMk cId="1540790325" sldId="283"/>
            <ac:spMk id="15" creationId="{089A69AF-D57B-49B4-886C-D4A5DC194421}"/>
          </ac:spMkLst>
        </pc:spChg>
        <pc:spChg chg="add del">
          <ac:chgData name="Fenyvesi Ákos" userId="d09c1a31-e50c-43f9-ad19-f2968a4b645a" providerId="ADAL" clId="{A688BB36-F11D-421C-9E49-3071023F76BC}" dt="2025-05-25T18:35:25.891" v="578" actId="26606"/>
          <ac:spMkLst>
            <pc:docMk/>
            <pc:sldMk cId="1540790325" sldId="283"/>
            <ac:spMk id="17" creationId="{CABDC08D-6093-4397-92D4-54D00E2BB1C2}"/>
          </ac:spMkLst>
        </pc:spChg>
        <pc:spChg chg="add del">
          <ac:chgData name="Fenyvesi Ákos" userId="d09c1a31-e50c-43f9-ad19-f2968a4b645a" providerId="ADAL" clId="{A688BB36-F11D-421C-9E49-3071023F76BC}" dt="2025-05-25T18:35:26.861" v="580" actId="26606"/>
          <ac:spMkLst>
            <pc:docMk/>
            <pc:sldMk cId="1540790325" sldId="283"/>
            <ac:spMk id="19" creationId="{089A69AF-D57B-49B4-886C-D4A5DC194421}"/>
          </ac:spMkLst>
        </pc:spChg>
        <pc:spChg chg="add del">
          <ac:chgData name="Fenyvesi Ákos" userId="d09c1a31-e50c-43f9-ad19-f2968a4b645a" providerId="ADAL" clId="{A688BB36-F11D-421C-9E49-3071023F76BC}" dt="2025-05-25T18:35:26.861" v="580" actId="26606"/>
          <ac:spMkLst>
            <pc:docMk/>
            <pc:sldMk cId="1540790325" sldId="283"/>
            <ac:spMk id="20" creationId="{CABDC08D-6093-4397-92D4-54D00E2BB1C2}"/>
          </ac:spMkLst>
        </pc:spChg>
        <pc:spChg chg="add del">
          <ac:chgData name="Fenyvesi Ákos" userId="d09c1a31-e50c-43f9-ad19-f2968a4b645a" providerId="ADAL" clId="{A688BB36-F11D-421C-9E49-3071023F76BC}" dt="2025-05-25T18:35:27.456" v="582" actId="26606"/>
          <ac:spMkLst>
            <pc:docMk/>
            <pc:sldMk cId="1540790325" sldId="283"/>
            <ac:spMk id="22" creationId="{0B9607A7-C194-45C1-9EA4-D513E02DCF36}"/>
          </ac:spMkLst>
        </pc:spChg>
        <pc:spChg chg="add del">
          <ac:chgData name="Fenyvesi Ákos" userId="d09c1a31-e50c-43f9-ad19-f2968a4b645a" providerId="ADAL" clId="{A688BB36-F11D-421C-9E49-3071023F76BC}" dt="2025-05-25T18:35:27.456" v="582" actId="26606"/>
          <ac:spMkLst>
            <pc:docMk/>
            <pc:sldMk cId="1540790325" sldId="283"/>
            <ac:spMk id="23" creationId="{CBFF659F-D040-4A67-B951-3D6D61BB1FDE}"/>
          </ac:spMkLst>
        </pc:spChg>
        <pc:spChg chg="add del">
          <ac:chgData name="Fenyvesi Ákos" userId="d09c1a31-e50c-43f9-ad19-f2968a4b645a" providerId="ADAL" clId="{A688BB36-F11D-421C-9E49-3071023F76BC}" dt="2025-05-25T18:35:27.951" v="584" actId="26606"/>
          <ac:spMkLst>
            <pc:docMk/>
            <pc:sldMk cId="1540790325" sldId="283"/>
            <ac:spMk id="25" creationId="{35C44DBB-AD7C-4682-B258-6367305D207B}"/>
          </ac:spMkLst>
        </pc:spChg>
        <pc:spChg chg="add del">
          <ac:chgData name="Fenyvesi Ákos" userId="d09c1a31-e50c-43f9-ad19-f2968a4b645a" providerId="ADAL" clId="{A688BB36-F11D-421C-9E49-3071023F76BC}" dt="2025-05-25T18:35:28.518" v="586" actId="26606"/>
          <ac:spMkLst>
            <pc:docMk/>
            <pc:sldMk cId="1540790325" sldId="283"/>
            <ac:spMk id="28" creationId="{0B9607A7-C194-45C1-9EA4-D513E02DCF36}"/>
          </ac:spMkLst>
        </pc:spChg>
        <pc:spChg chg="add del">
          <ac:chgData name="Fenyvesi Ákos" userId="d09c1a31-e50c-43f9-ad19-f2968a4b645a" providerId="ADAL" clId="{A688BB36-F11D-421C-9E49-3071023F76BC}" dt="2025-05-25T18:35:28.518" v="586" actId="26606"/>
          <ac:spMkLst>
            <pc:docMk/>
            <pc:sldMk cId="1540790325" sldId="283"/>
            <ac:spMk id="29" creationId="{CBFF659F-D040-4A67-B951-3D6D61BB1FDE}"/>
          </ac:spMkLst>
        </pc:spChg>
        <pc:spChg chg="add del">
          <ac:chgData name="Fenyvesi Ákos" userId="d09c1a31-e50c-43f9-ad19-f2968a4b645a" providerId="ADAL" clId="{A688BB36-F11D-421C-9E49-3071023F76BC}" dt="2025-05-25T18:35:30.156" v="588" actId="26606"/>
          <ac:spMkLst>
            <pc:docMk/>
            <pc:sldMk cId="1540790325" sldId="283"/>
            <ac:spMk id="31" creationId="{35C44DBB-AD7C-4682-B258-6367305D207B}"/>
          </ac:spMkLst>
        </pc:spChg>
        <pc:spChg chg="add del">
          <ac:chgData name="Fenyvesi Ákos" userId="d09c1a31-e50c-43f9-ad19-f2968a4b645a" providerId="ADAL" clId="{A688BB36-F11D-421C-9E49-3071023F76BC}" dt="2025-05-25T18:35:34.429" v="590" actId="26606"/>
          <ac:spMkLst>
            <pc:docMk/>
            <pc:sldMk cId="1540790325" sldId="283"/>
            <ac:spMk id="34" creationId="{8775F366-526C-4C42-8931-696FFE8AA517}"/>
          </ac:spMkLst>
        </pc:spChg>
        <pc:spChg chg="add del">
          <ac:chgData name="Fenyvesi Ákos" userId="d09c1a31-e50c-43f9-ad19-f2968a4b645a" providerId="ADAL" clId="{A688BB36-F11D-421C-9E49-3071023F76BC}" dt="2025-05-25T18:35:34.429" v="590" actId="26606"/>
          <ac:spMkLst>
            <pc:docMk/>
            <pc:sldMk cId="1540790325" sldId="283"/>
            <ac:spMk id="35" creationId="{21DCC7BA-3740-47E1-91B9-6269381397AE}"/>
          </ac:spMkLst>
        </pc:spChg>
        <pc:spChg chg="add del">
          <ac:chgData name="Fenyvesi Ákos" userId="d09c1a31-e50c-43f9-ad19-f2968a4b645a" providerId="ADAL" clId="{A688BB36-F11D-421C-9E49-3071023F76BC}" dt="2025-05-25T18:35:34.429" v="590" actId="26606"/>
          <ac:spMkLst>
            <pc:docMk/>
            <pc:sldMk cId="1540790325" sldId="283"/>
            <ac:spMk id="36" creationId="{84CEFA49-6B2F-4FE6-B6AF-31D49E68C23B}"/>
          </ac:spMkLst>
        </pc:spChg>
        <pc:spChg chg="add del">
          <ac:chgData name="Fenyvesi Ákos" userId="d09c1a31-e50c-43f9-ad19-f2968a4b645a" providerId="ADAL" clId="{A688BB36-F11D-421C-9E49-3071023F76BC}" dt="2025-05-25T18:35:37.908" v="592" actId="26606"/>
          <ac:spMkLst>
            <pc:docMk/>
            <pc:sldMk cId="1540790325" sldId="283"/>
            <ac:spMk id="38" creationId="{8775F366-526C-4C42-8931-696FFE8AA517}"/>
          </ac:spMkLst>
        </pc:spChg>
        <pc:spChg chg="add del">
          <ac:chgData name="Fenyvesi Ákos" userId="d09c1a31-e50c-43f9-ad19-f2968a4b645a" providerId="ADAL" clId="{A688BB36-F11D-421C-9E49-3071023F76BC}" dt="2025-05-25T18:35:37.908" v="592" actId="26606"/>
          <ac:spMkLst>
            <pc:docMk/>
            <pc:sldMk cId="1540790325" sldId="283"/>
            <ac:spMk id="39" creationId="{597EA66B-2AAB-42B0-9F9D-38920D8D82D7}"/>
          </ac:spMkLst>
        </pc:spChg>
        <pc:spChg chg="add del">
          <ac:chgData name="Fenyvesi Ákos" userId="d09c1a31-e50c-43f9-ad19-f2968a4b645a" providerId="ADAL" clId="{A688BB36-F11D-421C-9E49-3071023F76BC}" dt="2025-05-25T18:35:37.908" v="592" actId="26606"/>
          <ac:spMkLst>
            <pc:docMk/>
            <pc:sldMk cId="1540790325" sldId="283"/>
            <ac:spMk id="40" creationId="{D360EBE3-31BB-422F-AA87-FA3873DAE484}"/>
          </ac:spMkLst>
        </pc:spChg>
        <pc:spChg chg="add del">
          <ac:chgData name="Fenyvesi Ákos" userId="d09c1a31-e50c-43f9-ad19-f2968a4b645a" providerId="ADAL" clId="{A688BB36-F11D-421C-9E49-3071023F76BC}" dt="2025-05-25T18:35:45.656" v="594" actId="26606"/>
          <ac:spMkLst>
            <pc:docMk/>
            <pc:sldMk cId="1540790325" sldId="283"/>
            <ac:spMk id="42" creationId="{B9317381-A800-4397-B01D-FCE2E4450B86}"/>
          </ac:spMkLst>
        </pc:spChg>
        <pc:spChg chg="add del">
          <ac:chgData name="Fenyvesi Ákos" userId="d09c1a31-e50c-43f9-ad19-f2968a4b645a" providerId="ADAL" clId="{A688BB36-F11D-421C-9E49-3071023F76BC}" dt="2025-05-25T18:35:45.656" v="594" actId="26606"/>
          <ac:spMkLst>
            <pc:docMk/>
            <pc:sldMk cId="1540790325" sldId="283"/>
            <ac:spMk id="43" creationId="{B2437663-CF21-48CD-B0CA-FEA2E2D7A37F}"/>
          </ac:spMkLst>
        </pc:spChg>
        <pc:spChg chg="add del">
          <ac:chgData name="Fenyvesi Ákos" userId="d09c1a31-e50c-43f9-ad19-f2968a4b645a" providerId="ADAL" clId="{A688BB36-F11D-421C-9E49-3071023F76BC}" dt="2025-05-25T18:35:45.656" v="594" actId="26606"/>
          <ac:spMkLst>
            <pc:docMk/>
            <pc:sldMk cId="1540790325" sldId="283"/>
            <ac:spMk id="44" creationId="{57D7FE8D-4E93-C36D-0C2D-2B559E8804D7}"/>
          </ac:spMkLst>
        </pc:spChg>
        <pc:spChg chg="add del">
          <ac:chgData name="Fenyvesi Ákos" userId="d09c1a31-e50c-43f9-ad19-f2968a4b645a" providerId="ADAL" clId="{A688BB36-F11D-421C-9E49-3071023F76BC}" dt="2025-05-25T18:37:28.097" v="604" actId="26606"/>
          <ac:spMkLst>
            <pc:docMk/>
            <pc:sldMk cId="1540790325" sldId="283"/>
            <ac:spMk id="46" creationId="{8775F366-526C-4C42-8931-696FFE8AA517}"/>
          </ac:spMkLst>
        </pc:spChg>
        <pc:spChg chg="add del">
          <ac:chgData name="Fenyvesi Ákos" userId="d09c1a31-e50c-43f9-ad19-f2968a4b645a" providerId="ADAL" clId="{A688BB36-F11D-421C-9E49-3071023F76BC}" dt="2025-05-25T18:37:28.097" v="604" actId="26606"/>
          <ac:spMkLst>
            <pc:docMk/>
            <pc:sldMk cId="1540790325" sldId="283"/>
            <ac:spMk id="47" creationId="{FCA38DE0-0434-4DDD-89EE-77463F3748DC}"/>
          </ac:spMkLst>
        </pc:spChg>
        <pc:spChg chg="add del">
          <ac:chgData name="Fenyvesi Ákos" userId="d09c1a31-e50c-43f9-ad19-f2968a4b645a" providerId="ADAL" clId="{A688BB36-F11D-421C-9E49-3071023F76BC}" dt="2025-05-25T18:37:28.097" v="604" actId="26606"/>
          <ac:spMkLst>
            <pc:docMk/>
            <pc:sldMk cId="1540790325" sldId="283"/>
            <ac:spMk id="48" creationId="{6A520694-B5C4-4629-92F0-65DEBCE68347}"/>
          </ac:spMkLst>
        </pc:spChg>
        <pc:spChg chg="add">
          <ac:chgData name="Fenyvesi Ákos" userId="d09c1a31-e50c-43f9-ad19-f2968a4b645a" providerId="ADAL" clId="{A688BB36-F11D-421C-9E49-3071023F76BC}" dt="2025-05-25T18:37:28.097" v="604" actId="26606"/>
          <ac:spMkLst>
            <pc:docMk/>
            <pc:sldMk cId="1540790325" sldId="283"/>
            <ac:spMk id="53" creationId="{133F8CB7-795C-4272-9073-64D8CF97F220}"/>
          </ac:spMkLst>
        </pc:spChg>
        <pc:spChg chg="add">
          <ac:chgData name="Fenyvesi Ákos" userId="d09c1a31-e50c-43f9-ad19-f2968a4b645a" providerId="ADAL" clId="{A688BB36-F11D-421C-9E49-3071023F76BC}" dt="2025-05-25T18:37:28.097" v="604" actId="26606"/>
          <ac:spMkLst>
            <pc:docMk/>
            <pc:sldMk cId="1540790325" sldId="283"/>
            <ac:spMk id="55" creationId="{B7743172-17A8-4FA4-8434-B813E03B7665}"/>
          </ac:spMkLst>
        </pc:spChg>
        <pc:spChg chg="add">
          <ac:chgData name="Fenyvesi Ákos" userId="d09c1a31-e50c-43f9-ad19-f2968a4b645a" providerId="ADAL" clId="{A688BB36-F11D-421C-9E49-3071023F76BC}" dt="2025-05-25T18:37:28.097" v="604" actId="26606"/>
          <ac:spMkLst>
            <pc:docMk/>
            <pc:sldMk cId="1540790325" sldId="283"/>
            <ac:spMk id="57" creationId="{4CE1233C-FD2F-489E-BFDE-086F5FED6491}"/>
          </ac:spMkLst>
        </pc:spChg>
        <pc:picChg chg="add mod">
          <ac:chgData name="Fenyvesi Ákos" userId="d09c1a31-e50c-43f9-ad19-f2968a4b645a" providerId="ADAL" clId="{A688BB36-F11D-421C-9E49-3071023F76BC}" dt="2025-05-25T18:37:28.097" v="604" actId="26606"/>
          <ac:picMkLst>
            <pc:docMk/>
            <pc:sldMk cId="1540790325" sldId="283"/>
            <ac:picMk id="5" creationId="{0DCFC4B6-D6D2-BFCA-B69A-AD8ECCBB9F6C}"/>
          </ac:picMkLst>
        </pc:picChg>
        <pc:cxnChg chg="add del">
          <ac:chgData name="Fenyvesi Ákos" userId="d09c1a31-e50c-43f9-ad19-f2968a4b645a" providerId="ADAL" clId="{A688BB36-F11D-421C-9E49-3071023F76BC}" dt="2025-05-25T18:35:27.951" v="584" actId="26606"/>
          <ac:cxnSpMkLst>
            <pc:docMk/>
            <pc:sldMk cId="1540790325" sldId="283"/>
            <ac:cxnSpMk id="26" creationId="{A1CED323-FAF0-4E0B-8717-FC1F468A28FE}"/>
          </ac:cxnSpMkLst>
        </pc:cxnChg>
        <pc:cxnChg chg="add del">
          <ac:chgData name="Fenyvesi Ákos" userId="d09c1a31-e50c-43f9-ad19-f2968a4b645a" providerId="ADAL" clId="{A688BB36-F11D-421C-9E49-3071023F76BC}" dt="2025-05-25T18:35:30.156" v="588" actId="26606"/>
          <ac:cxnSpMkLst>
            <pc:docMk/>
            <pc:sldMk cId="1540790325" sldId="283"/>
            <ac:cxnSpMk id="32" creationId="{A1CED323-FAF0-4E0B-8717-FC1F468A28FE}"/>
          </ac:cxnSpMkLst>
        </pc:cxnChg>
      </pc:sldChg>
      <pc:sldChg chg="new del">
        <pc:chgData name="Fenyvesi Ákos" userId="d09c1a31-e50c-43f9-ad19-f2968a4b645a" providerId="ADAL" clId="{A688BB36-F11D-421C-9E49-3071023F76BC}" dt="2025-05-25T18:33:30.350" v="575" actId="47"/>
        <pc:sldMkLst>
          <pc:docMk/>
          <pc:sldMk cId="2383010863" sldId="283"/>
        </pc:sldMkLst>
      </pc:sldChg>
      <pc:sldChg chg="addSp delSp modSp new mod setBg setClrOvrMap modNotesTx">
        <pc:chgData name="Fenyvesi Ákos" userId="d09c1a31-e50c-43f9-ad19-f2968a4b645a" providerId="ADAL" clId="{A688BB36-F11D-421C-9E49-3071023F76BC}" dt="2025-05-25T19:27:26.816" v="1252"/>
        <pc:sldMkLst>
          <pc:docMk/>
          <pc:sldMk cId="265899542" sldId="284"/>
        </pc:sldMkLst>
        <pc:spChg chg="mod">
          <ac:chgData name="Fenyvesi Ákos" userId="d09c1a31-e50c-43f9-ad19-f2968a4b645a" providerId="ADAL" clId="{A688BB36-F11D-421C-9E49-3071023F76BC}" dt="2025-05-25T19:05:05.750" v="976" actId="26606"/>
          <ac:spMkLst>
            <pc:docMk/>
            <pc:sldMk cId="265899542" sldId="284"/>
            <ac:spMk id="2" creationId="{A2467755-21B8-1916-432D-2D5309EF725C}"/>
          </ac:spMkLst>
        </pc:spChg>
        <pc:spChg chg="del">
          <ac:chgData name="Fenyvesi Ákos" userId="d09c1a31-e50c-43f9-ad19-f2968a4b645a" providerId="ADAL" clId="{A688BB36-F11D-421C-9E49-3071023F76BC}" dt="2025-05-25T19:04:22.373" v="936"/>
          <ac:spMkLst>
            <pc:docMk/>
            <pc:sldMk cId="265899542" sldId="284"/>
            <ac:spMk id="3" creationId="{44631EFA-A483-3047-8C6B-F624E6FC132B}"/>
          </ac:spMkLst>
        </pc:spChg>
        <pc:spChg chg="add del">
          <ac:chgData name="Fenyvesi Ákos" userId="d09c1a31-e50c-43f9-ad19-f2968a4b645a" providerId="ADAL" clId="{A688BB36-F11D-421C-9E49-3071023F76BC}" dt="2025-05-25T19:05:05.750" v="976" actId="26606"/>
          <ac:spMkLst>
            <pc:docMk/>
            <pc:sldMk cId="265899542" sldId="284"/>
            <ac:spMk id="10" creationId="{133F8CB7-795C-4272-9073-64D8CF97F220}"/>
          </ac:spMkLst>
        </pc:spChg>
        <pc:spChg chg="add del">
          <ac:chgData name="Fenyvesi Ákos" userId="d09c1a31-e50c-43f9-ad19-f2968a4b645a" providerId="ADAL" clId="{A688BB36-F11D-421C-9E49-3071023F76BC}" dt="2025-05-25T19:05:05.750" v="976" actId="26606"/>
          <ac:spMkLst>
            <pc:docMk/>
            <pc:sldMk cId="265899542" sldId="284"/>
            <ac:spMk id="12" creationId="{B7743172-17A8-4FA4-8434-B813E03B7665}"/>
          </ac:spMkLst>
        </pc:spChg>
        <pc:spChg chg="add del">
          <ac:chgData name="Fenyvesi Ákos" userId="d09c1a31-e50c-43f9-ad19-f2968a4b645a" providerId="ADAL" clId="{A688BB36-F11D-421C-9E49-3071023F76BC}" dt="2025-05-25T19:05:05.750" v="976" actId="26606"/>
          <ac:spMkLst>
            <pc:docMk/>
            <pc:sldMk cId="265899542" sldId="284"/>
            <ac:spMk id="14" creationId="{4CE1233C-FD2F-489E-BFDE-086F5FED6491}"/>
          </ac:spMkLst>
        </pc:spChg>
        <pc:spChg chg="add">
          <ac:chgData name="Fenyvesi Ákos" userId="d09c1a31-e50c-43f9-ad19-f2968a4b645a" providerId="ADAL" clId="{A688BB36-F11D-421C-9E49-3071023F76BC}" dt="2025-05-25T19:05:05.750" v="976" actId="26606"/>
          <ac:spMkLst>
            <pc:docMk/>
            <pc:sldMk cId="265899542" sldId="284"/>
            <ac:spMk id="19" creationId="{133F8CB7-795C-4272-9073-64D8CF97F220}"/>
          </ac:spMkLst>
        </pc:spChg>
        <pc:spChg chg="add">
          <ac:chgData name="Fenyvesi Ákos" userId="d09c1a31-e50c-43f9-ad19-f2968a4b645a" providerId="ADAL" clId="{A688BB36-F11D-421C-9E49-3071023F76BC}" dt="2025-05-25T19:05:05.750" v="976" actId="26606"/>
          <ac:spMkLst>
            <pc:docMk/>
            <pc:sldMk cId="265899542" sldId="284"/>
            <ac:spMk id="21" creationId="{79277119-B941-4A45-9322-FA2BC135DE62}"/>
          </ac:spMkLst>
        </pc:spChg>
        <pc:spChg chg="add">
          <ac:chgData name="Fenyvesi Ákos" userId="d09c1a31-e50c-43f9-ad19-f2968a4b645a" providerId="ADAL" clId="{A688BB36-F11D-421C-9E49-3071023F76BC}" dt="2025-05-25T19:05:05.750" v="976" actId="26606"/>
          <ac:spMkLst>
            <pc:docMk/>
            <pc:sldMk cId="265899542" sldId="284"/>
            <ac:spMk id="23" creationId="{DFDB457D-F372-428B-A10D-41080EF9382A}"/>
          </ac:spMkLst>
        </pc:spChg>
        <pc:picChg chg="add mod">
          <ac:chgData name="Fenyvesi Ákos" userId="d09c1a31-e50c-43f9-ad19-f2968a4b645a" providerId="ADAL" clId="{A688BB36-F11D-421C-9E49-3071023F76BC}" dt="2025-05-25T19:05:05.750" v="976" actId="26606"/>
          <ac:picMkLst>
            <pc:docMk/>
            <pc:sldMk cId="265899542" sldId="284"/>
            <ac:picMk id="5" creationId="{5234AD49-6C6A-FAFB-7E24-A723769D81A8}"/>
          </ac:picMkLst>
        </pc:picChg>
      </pc:sldChg>
    </pc:docChg>
  </pc:docChgLst>
  <pc:docChgLst>
    <pc:chgData name="Fenyvesi Ákos" userId="d09c1a31-e50c-43f9-ad19-f2968a4b645a" providerId="ADAL" clId="{7370C73D-154B-49C8-A8D1-FF11DDD096FB}"/>
    <pc:docChg chg="modSld">
      <pc:chgData name="Fenyvesi Ákos" userId="d09c1a31-e50c-43f9-ad19-f2968a4b645a" providerId="ADAL" clId="{7370C73D-154B-49C8-A8D1-FF11DDD096FB}" dt="2025-04-15T07:38:57.731" v="835" actId="20577"/>
      <pc:docMkLst>
        <pc:docMk/>
      </pc:docMkLst>
      <pc:sldChg chg="modSp mod">
        <pc:chgData name="Fenyvesi Ákos" userId="d09c1a31-e50c-43f9-ad19-f2968a4b645a" providerId="ADAL" clId="{7370C73D-154B-49C8-A8D1-FF11DDD096FB}" dt="2025-04-15T07:33:02.954" v="11" actId="20577"/>
        <pc:sldMkLst>
          <pc:docMk/>
          <pc:sldMk cId="2556666551" sldId="267"/>
        </pc:sldMkLst>
        <pc:spChg chg="mod">
          <ac:chgData name="Fenyvesi Ákos" userId="d09c1a31-e50c-43f9-ad19-f2968a4b645a" providerId="ADAL" clId="{7370C73D-154B-49C8-A8D1-FF11DDD096FB}" dt="2025-04-15T07:33:02.954" v="11" actId="20577"/>
          <ac:spMkLst>
            <pc:docMk/>
            <pc:sldMk cId="2556666551" sldId="267"/>
            <ac:spMk id="2" creationId="{4AE42346-CCCC-97A2-B4B9-C2024A4BA773}"/>
          </ac:spMkLst>
        </pc:spChg>
      </pc:sldChg>
      <pc:sldChg chg="modNotesTx">
        <pc:chgData name="Fenyvesi Ákos" userId="d09c1a31-e50c-43f9-ad19-f2968a4b645a" providerId="ADAL" clId="{7370C73D-154B-49C8-A8D1-FF11DDD096FB}" dt="2025-04-15T07:38:57.731" v="835" actId="20577"/>
        <pc:sldMkLst>
          <pc:docMk/>
          <pc:sldMk cId="1999183856" sldId="268"/>
        </pc:sldMkLst>
      </pc:sldChg>
    </pc:docChg>
  </pc:docChgLst>
  <pc:docChgLst>
    <pc:chgData name="Chrén András Ferenc" userId="90fb8a39-bd88-4b2a-a6c6-ca2d7b39beda" providerId="ADAL" clId="{15836CF8-0FEF-4161-89A4-72CF9813236B}"/>
    <pc:docChg chg="undo custSel addSld delSld modSld sldOrd">
      <pc:chgData name="Chrén András Ferenc" userId="90fb8a39-bd88-4b2a-a6c6-ca2d7b39beda" providerId="ADAL" clId="{15836CF8-0FEF-4161-89A4-72CF9813236B}" dt="2025-04-01T19:13:23.149" v="1185"/>
      <pc:docMkLst>
        <pc:docMk/>
      </pc:docMkLst>
      <pc:sldChg chg="addSp modSp mod modTransition setBg addAnim modAnim">
        <pc:chgData name="Chrén András Ferenc" userId="90fb8a39-bd88-4b2a-a6c6-ca2d7b39beda" providerId="ADAL" clId="{15836CF8-0FEF-4161-89A4-72CF9813236B}" dt="2025-04-01T17:39:26.180" v="1113"/>
        <pc:sldMkLst>
          <pc:docMk/>
          <pc:sldMk cId="1048238959" sldId="257"/>
        </pc:sldMkLst>
      </pc:sldChg>
      <pc:sldChg chg="del">
        <pc:chgData name="Chrén András Ferenc" userId="90fb8a39-bd88-4b2a-a6c6-ca2d7b39beda" providerId="ADAL" clId="{15836CF8-0FEF-4161-89A4-72CF9813236B}" dt="2025-03-31T11:12:32.770" v="84" actId="47"/>
        <pc:sldMkLst>
          <pc:docMk/>
          <pc:sldMk cId="1093982274" sldId="258"/>
        </pc:sldMkLst>
      </pc:sldChg>
      <pc:sldChg chg="addSp modSp mod modTransition setBg modAnim">
        <pc:chgData name="Chrén András Ferenc" userId="90fb8a39-bd88-4b2a-a6c6-ca2d7b39beda" providerId="ADAL" clId="{15836CF8-0FEF-4161-89A4-72CF9813236B}" dt="2025-04-01T17:41:05.981" v="1119"/>
        <pc:sldMkLst>
          <pc:docMk/>
          <pc:sldMk cId="4127363864" sldId="259"/>
        </pc:sldMkLst>
      </pc:sldChg>
      <pc:sldChg chg="addSp modSp mod modTransition setBg modAnim">
        <pc:chgData name="Chrén András Ferenc" userId="90fb8a39-bd88-4b2a-a6c6-ca2d7b39beda" providerId="ADAL" clId="{15836CF8-0FEF-4161-89A4-72CF9813236B}" dt="2025-04-01T17:49:37.032" v="1165"/>
        <pc:sldMkLst>
          <pc:docMk/>
          <pc:sldMk cId="3357057076" sldId="260"/>
        </pc:sldMkLst>
      </pc:sldChg>
      <pc:sldChg chg="addSp modSp mod modTransition setBg modAnim">
        <pc:chgData name="Chrén András Ferenc" userId="90fb8a39-bd88-4b2a-a6c6-ca2d7b39beda" providerId="ADAL" clId="{15836CF8-0FEF-4161-89A4-72CF9813236B}" dt="2025-04-01T19:12:27.560" v="1175"/>
        <pc:sldMkLst>
          <pc:docMk/>
          <pc:sldMk cId="1527051386" sldId="261"/>
        </pc:sldMkLst>
        <pc:spChg chg="mod">
          <ac:chgData name="Chrén András Ferenc" userId="90fb8a39-bd88-4b2a-a6c6-ca2d7b39beda" providerId="ADAL" clId="{15836CF8-0FEF-4161-89A4-72CF9813236B}" dt="2025-04-01T09:14:26.241" v="1093" actId="26606"/>
          <ac:spMkLst>
            <pc:docMk/>
            <pc:sldMk cId="1527051386" sldId="261"/>
            <ac:spMk id="2" creationId="{10CCF9C4-CB1B-2856-4C78-23FF929543BE}"/>
          </ac:spMkLst>
        </pc:spChg>
        <pc:spChg chg="mod">
          <ac:chgData name="Chrén András Ferenc" userId="90fb8a39-bd88-4b2a-a6c6-ca2d7b39beda" providerId="ADAL" clId="{15836CF8-0FEF-4161-89A4-72CF9813236B}" dt="2025-04-01T09:14:26.241" v="1093" actId="26606"/>
          <ac:spMkLst>
            <pc:docMk/>
            <pc:sldMk cId="1527051386" sldId="261"/>
            <ac:spMk id="3" creationId="{3DE2E7E6-D257-0656-01E9-43096AB6F4A2}"/>
          </ac:spMkLst>
        </pc:spChg>
        <pc:spChg chg="add">
          <ac:chgData name="Chrén András Ferenc" userId="90fb8a39-bd88-4b2a-a6c6-ca2d7b39beda" providerId="ADAL" clId="{15836CF8-0FEF-4161-89A4-72CF9813236B}" dt="2025-04-01T09:14:26.241" v="1093" actId="26606"/>
          <ac:spMkLst>
            <pc:docMk/>
            <pc:sldMk cId="1527051386" sldId="261"/>
            <ac:spMk id="8" creationId="{089A69AF-D57B-49B4-886C-D4A5DC194421}"/>
          </ac:spMkLst>
        </pc:spChg>
        <pc:spChg chg="add">
          <ac:chgData name="Chrén András Ferenc" userId="90fb8a39-bd88-4b2a-a6c6-ca2d7b39beda" providerId="ADAL" clId="{15836CF8-0FEF-4161-89A4-72CF9813236B}" dt="2025-04-01T09:14:26.241" v="1093" actId="26606"/>
          <ac:spMkLst>
            <pc:docMk/>
            <pc:sldMk cId="1527051386" sldId="261"/>
            <ac:spMk id="10" creationId="{CABDC08D-6093-4397-92D4-54D00E2BB1C2}"/>
          </ac:spMkLst>
        </pc:spChg>
      </pc:sldChg>
      <pc:sldChg chg="addSp delSp modSp mod modTransition setBg modAnim">
        <pc:chgData name="Chrén András Ferenc" userId="90fb8a39-bd88-4b2a-a6c6-ca2d7b39beda" providerId="ADAL" clId="{15836CF8-0FEF-4161-89A4-72CF9813236B}" dt="2025-04-01T17:49:54.189" v="1167"/>
        <pc:sldMkLst>
          <pc:docMk/>
          <pc:sldMk cId="1578159804" sldId="262"/>
        </pc:sldMkLst>
        <pc:spChg chg="mod">
          <ac:chgData name="Chrén András Ferenc" userId="90fb8a39-bd88-4b2a-a6c6-ca2d7b39beda" providerId="ADAL" clId="{15836CF8-0FEF-4161-89A4-72CF9813236B}" dt="2025-04-01T09:09:50.158" v="1075" actId="26606"/>
          <ac:spMkLst>
            <pc:docMk/>
            <pc:sldMk cId="1578159804" sldId="262"/>
            <ac:spMk id="2" creationId="{26D836CC-2481-5F1A-BF89-3DBC8FE2B5E2}"/>
          </ac:spMkLst>
        </pc:spChg>
        <pc:spChg chg="add">
          <ac:chgData name="Chrén András Ferenc" userId="90fb8a39-bd88-4b2a-a6c6-ca2d7b39beda" providerId="ADAL" clId="{15836CF8-0FEF-4161-89A4-72CF9813236B}" dt="2025-04-01T09:09:50.158" v="1075" actId="26606"/>
          <ac:spMkLst>
            <pc:docMk/>
            <pc:sldMk cId="1578159804" sldId="262"/>
            <ac:spMk id="12" creationId="{11114F18-D12D-43C6-895F-5BA92C290CC1}"/>
          </ac:spMkLst>
        </pc:spChg>
        <pc:grpChg chg="add">
          <ac:chgData name="Chrén András Ferenc" userId="90fb8a39-bd88-4b2a-a6c6-ca2d7b39beda" providerId="ADAL" clId="{15836CF8-0FEF-4161-89A4-72CF9813236B}" dt="2025-04-01T09:09:50.158" v="1075" actId="26606"/>
          <ac:grpSpMkLst>
            <pc:docMk/>
            <pc:sldMk cId="1578159804" sldId="262"/>
            <ac:grpSpMk id="14" creationId="{DE2DD4A6-DC96-421E-9E1C-7CD0D26814F8}"/>
          </ac:grpSpMkLst>
        </pc:grpChg>
        <pc:picChg chg="add mod ord">
          <ac:chgData name="Chrén András Ferenc" userId="90fb8a39-bd88-4b2a-a6c6-ca2d7b39beda" providerId="ADAL" clId="{15836CF8-0FEF-4161-89A4-72CF9813236B}" dt="2025-04-01T09:09:50.158" v="1075" actId="26606"/>
          <ac:picMkLst>
            <pc:docMk/>
            <pc:sldMk cId="1578159804" sldId="262"/>
            <ac:picMk id="5" creationId="{97DD01C8-5277-093E-1A45-CEC955122FC9}"/>
          </ac:picMkLst>
        </pc:picChg>
        <pc:picChg chg="add mod">
          <ac:chgData name="Chrén András Ferenc" userId="90fb8a39-bd88-4b2a-a6c6-ca2d7b39beda" providerId="ADAL" clId="{15836CF8-0FEF-4161-89A4-72CF9813236B}" dt="2025-04-01T09:09:50.158" v="1075" actId="26606"/>
          <ac:picMkLst>
            <pc:docMk/>
            <pc:sldMk cId="1578159804" sldId="262"/>
            <ac:picMk id="7" creationId="{F5934631-39D8-E638-43BF-FA5772B84DE9}"/>
          </ac:picMkLst>
        </pc:picChg>
      </pc:sldChg>
      <pc:sldChg chg="addSp delSp modSp mod modTransition setBg modAnim">
        <pc:chgData name="Chrén András Ferenc" userId="90fb8a39-bd88-4b2a-a6c6-ca2d7b39beda" providerId="ADAL" clId="{15836CF8-0FEF-4161-89A4-72CF9813236B}" dt="2025-04-01T17:50:36.364" v="1169"/>
        <pc:sldMkLst>
          <pc:docMk/>
          <pc:sldMk cId="1726917457" sldId="263"/>
        </pc:sldMkLst>
        <pc:spChg chg="mod">
          <ac:chgData name="Chrén András Ferenc" userId="90fb8a39-bd88-4b2a-a6c6-ca2d7b39beda" providerId="ADAL" clId="{15836CF8-0FEF-4161-89A4-72CF9813236B}" dt="2025-04-01T09:09:03.280" v="1071" actId="26606"/>
          <ac:spMkLst>
            <pc:docMk/>
            <pc:sldMk cId="1726917457" sldId="263"/>
            <ac:spMk id="2" creationId="{5174D7FC-CE78-C313-AA2C-A4724EE80DE4}"/>
          </ac:spMkLst>
        </pc:spChg>
        <pc:spChg chg="add">
          <ac:chgData name="Chrén András Ferenc" userId="90fb8a39-bd88-4b2a-a6c6-ca2d7b39beda" providerId="ADAL" clId="{15836CF8-0FEF-4161-89A4-72CF9813236B}" dt="2025-04-01T09:09:03.280" v="1071" actId="26606"/>
          <ac:spMkLst>
            <pc:docMk/>
            <pc:sldMk cId="1726917457" sldId="263"/>
            <ac:spMk id="16" creationId="{11114F18-D12D-43C6-895F-5BA92C290CC1}"/>
          </ac:spMkLst>
        </pc:spChg>
        <pc:grpChg chg="add">
          <ac:chgData name="Chrén András Ferenc" userId="90fb8a39-bd88-4b2a-a6c6-ca2d7b39beda" providerId="ADAL" clId="{15836CF8-0FEF-4161-89A4-72CF9813236B}" dt="2025-04-01T09:09:03.280" v="1071" actId="26606"/>
          <ac:grpSpMkLst>
            <pc:docMk/>
            <pc:sldMk cId="1726917457" sldId="263"/>
            <ac:grpSpMk id="18" creationId="{DE2DD4A6-DC96-421E-9E1C-7CD0D26814F8}"/>
          </ac:grpSpMkLst>
        </pc:grpChg>
        <pc:picChg chg="add mod">
          <ac:chgData name="Chrén András Ferenc" userId="90fb8a39-bd88-4b2a-a6c6-ca2d7b39beda" providerId="ADAL" clId="{15836CF8-0FEF-4161-89A4-72CF9813236B}" dt="2025-04-01T09:09:03.280" v="1071" actId="26606"/>
          <ac:picMkLst>
            <pc:docMk/>
            <pc:sldMk cId="1726917457" sldId="263"/>
            <ac:picMk id="7" creationId="{8EE06BA9-4776-8B79-B3B2-2B8F65DECDDB}"/>
          </ac:picMkLst>
        </pc:picChg>
        <pc:picChg chg="add mod ord">
          <ac:chgData name="Chrén András Ferenc" userId="90fb8a39-bd88-4b2a-a6c6-ca2d7b39beda" providerId="ADAL" clId="{15836CF8-0FEF-4161-89A4-72CF9813236B}" dt="2025-04-01T09:09:03.280" v="1071" actId="26606"/>
          <ac:picMkLst>
            <pc:docMk/>
            <pc:sldMk cId="1726917457" sldId="263"/>
            <ac:picMk id="11" creationId="{DFF1B438-F2D1-456D-C87C-D974B61C9F09}"/>
          </ac:picMkLst>
        </pc:picChg>
      </pc:sldChg>
      <pc:sldChg chg="addSp delSp modSp mod modTransition setBg modAnim setClrOvrMap">
        <pc:chgData name="Chrén András Ferenc" userId="90fb8a39-bd88-4b2a-a6c6-ca2d7b39beda" providerId="ADAL" clId="{15836CF8-0FEF-4161-89A4-72CF9813236B}" dt="2025-04-01T17:50:44.805" v="1171"/>
        <pc:sldMkLst>
          <pc:docMk/>
          <pc:sldMk cId="3760125630" sldId="264"/>
        </pc:sldMkLst>
        <pc:spChg chg="mod">
          <ac:chgData name="Chrén András Ferenc" userId="90fb8a39-bd88-4b2a-a6c6-ca2d7b39beda" providerId="ADAL" clId="{15836CF8-0FEF-4161-89A4-72CF9813236B}" dt="2025-04-01T09:12:03.065" v="1082" actId="26606"/>
          <ac:spMkLst>
            <pc:docMk/>
            <pc:sldMk cId="3760125630" sldId="264"/>
            <ac:spMk id="2" creationId="{272DD427-2FB9-7E90-B00E-0CCF44D0DE3F}"/>
          </ac:spMkLst>
        </pc:spChg>
        <pc:picChg chg="add mod ord">
          <ac:chgData name="Chrén András Ferenc" userId="90fb8a39-bd88-4b2a-a6c6-ca2d7b39beda" providerId="ADAL" clId="{15836CF8-0FEF-4161-89A4-72CF9813236B}" dt="2025-04-01T09:12:03.065" v="1082" actId="26606"/>
          <ac:picMkLst>
            <pc:docMk/>
            <pc:sldMk cId="3760125630" sldId="264"/>
            <ac:picMk id="5" creationId="{E42A4E16-E140-0E6A-FD28-ED4CE17FC420}"/>
          </ac:picMkLst>
        </pc:picChg>
      </pc:sldChg>
      <pc:sldChg chg="addSp delSp modSp mod modTransition setBg modAnim">
        <pc:chgData name="Chrén András Ferenc" userId="90fb8a39-bd88-4b2a-a6c6-ca2d7b39beda" providerId="ADAL" clId="{15836CF8-0FEF-4161-89A4-72CF9813236B}" dt="2025-04-01T17:50:54.740" v="1173"/>
        <pc:sldMkLst>
          <pc:docMk/>
          <pc:sldMk cId="2277115911" sldId="265"/>
        </pc:sldMkLst>
        <pc:spChg chg="mod ord">
          <ac:chgData name="Chrén András Ferenc" userId="90fb8a39-bd88-4b2a-a6c6-ca2d7b39beda" providerId="ADAL" clId="{15836CF8-0FEF-4161-89A4-72CF9813236B}" dt="2025-04-01T09:14:15.374" v="1092" actId="26606"/>
          <ac:spMkLst>
            <pc:docMk/>
            <pc:sldMk cId="2277115911" sldId="265"/>
            <ac:spMk id="2" creationId="{29E8E624-6F58-D821-2966-57B63D9AB2EC}"/>
          </ac:spMkLst>
        </pc:spChg>
        <pc:spChg chg="add">
          <ac:chgData name="Chrén András Ferenc" userId="90fb8a39-bd88-4b2a-a6c6-ca2d7b39beda" providerId="ADAL" clId="{15836CF8-0FEF-4161-89A4-72CF9813236B}" dt="2025-04-01T09:14:15.374" v="1092" actId="26606"/>
          <ac:spMkLst>
            <pc:docMk/>
            <pc:sldMk cId="2277115911" sldId="265"/>
            <ac:spMk id="18" creationId="{11114F18-D12D-43C6-895F-5BA92C290CC1}"/>
          </ac:spMkLst>
        </pc:spChg>
        <pc:grpChg chg="add">
          <ac:chgData name="Chrén András Ferenc" userId="90fb8a39-bd88-4b2a-a6c6-ca2d7b39beda" providerId="ADAL" clId="{15836CF8-0FEF-4161-89A4-72CF9813236B}" dt="2025-04-01T09:14:15.374" v="1092" actId="26606"/>
          <ac:grpSpMkLst>
            <pc:docMk/>
            <pc:sldMk cId="2277115911" sldId="265"/>
            <ac:grpSpMk id="20" creationId="{DE2DD4A6-DC96-421E-9E1C-7CD0D26814F8}"/>
          </ac:grpSpMkLst>
        </pc:grpChg>
        <pc:picChg chg="add mod ord">
          <ac:chgData name="Chrén András Ferenc" userId="90fb8a39-bd88-4b2a-a6c6-ca2d7b39beda" providerId="ADAL" clId="{15836CF8-0FEF-4161-89A4-72CF9813236B}" dt="2025-04-01T09:14:15.374" v="1092" actId="26606"/>
          <ac:picMkLst>
            <pc:docMk/>
            <pc:sldMk cId="2277115911" sldId="265"/>
            <ac:picMk id="9" creationId="{25E328B4-071D-39E5-42E6-79D5D3CF5781}"/>
          </ac:picMkLst>
        </pc:picChg>
        <pc:picChg chg="add mod">
          <ac:chgData name="Chrén András Ferenc" userId="90fb8a39-bd88-4b2a-a6c6-ca2d7b39beda" providerId="ADAL" clId="{15836CF8-0FEF-4161-89A4-72CF9813236B}" dt="2025-04-01T09:14:15.374" v="1092" actId="26606"/>
          <ac:picMkLst>
            <pc:docMk/>
            <pc:sldMk cId="2277115911" sldId="265"/>
            <ac:picMk id="13" creationId="{A8413F34-7C35-0D3C-1B7E-24C9E94B641B}"/>
          </ac:picMkLst>
        </pc:picChg>
      </pc:sldChg>
      <pc:sldChg chg="addSp delSp modSp new mod modTransition setBg modAnim setClrOvrMap">
        <pc:chgData name="Chrén András Ferenc" userId="90fb8a39-bd88-4b2a-a6c6-ca2d7b39beda" providerId="ADAL" clId="{15836CF8-0FEF-4161-89A4-72CF9813236B}" dt="2025-04-01T19:12:36.623" v="1177"/>
        <pc:sldMkLst>
          <pc:docMk/>
          <pc:sldMk cId="3725683091" sldId="266"/>
        </pc:sldMkLst>
        <pc:spChg chg="mod">
          <ac:chgData name="Chrén András Ferenc" userId="90fb8a39-bd88-4b2a-a6c6-ca2d7b39beda" providerId="ADAL" clId="{15836CF8-0FEF-4161-89A4-72CF9813236B}" dt="2025-04-01T16:05:56.795" v="1095" actId="26606"/>
          <ac:spMkLst>
            <pc:docMk/>
            <pc:sldMk cId="3725683091" sldId="266"/>
            <ac:spMk id="2" creationId="{3D3D6076-DCF6-9ABB-5C81-DDCA6FF7CDD0}"/>
          </ac:spMkLst>
        </pc:spChg>
      </pc:sldChg>
      <pc:sldChg chg="addSp delSp modSp add mod modTransition setBg modAnim setClrOvrMap">
        <pc:chgData name="Chrén András Ferenc" userId="90fb8a39-bd88-4b2a-a6c6-ca2d7b39beda" providerId="ADAL" clId="{15836CF8-0FEF-4161-89A4-72CF9813236B}" dt="2025-04-01T19:12:48.262" v="1179"/>
        <pc:sldMkLst>
          <pc:docMk/>
          <pc:sldMk cId="2556666551" sldId="267"/>
        </pc:sldMkLst>
        <pc:spChg chg="mod">
          <ac:chgData name="Chrén András Ferenc" userId="90fb8a39-bd88-4b2a-a6c6-ca2d7b39beda" providerId="ADAL" clId="{15836CF8-0FEF-4161-89A4-72CF9813236B}" dt="2025-04-01T16:07:08.942" v="1097" actId="26606"/>
          <ac:spMkLst>
            <pc:docMk/>
            <pc:sldMk cId="2556666551" sldId="267"/>
            <ac:spMk id="2" creationId="{4AE42346-CCCC-97A2-B4B9-C2024A4BA773}"/>
          </ac:spMkLst>
        </pc:spChg>
      </pc:sldChg>
      <pc:sldChg chg="addSp delSp modSp add mod modTransition setBg modAnim setClrOvrMap">
        <pc:chgData name="Chrén András Ferenc" userId="90fb8a39-bd88-4b2a-a6c6-ca2d7b39beda" providerId="ADAL" clId="{15836CF8-0FEF-4161-89A4-72CF9813236B}" dt="2025-04-01T19:12:59.019" v="1181"/>
        <pc:sldMkLst>
          <pc:docMk/>
          <pc:sldMk cId="1999183856" sldId="268"/>
        </pc:sldMkLst>
        <pc:spChg chg="mod">
          <ac:chgData name="Chrén András Ferenc" userId="90fb8a39-bd88-4b2a-a6c6-ca2d7b39beda" providerId="ADAL" clId="{15836CF8-0FEF-4161-89A4-72CF9813236B}" dt="2025-04-01T16:11:19.069" v="1099" actId="26606"/>
          <ac:spMkLst>
            <pc:docMk/>
            <pc:sldMk cId="1999183856" sldId="268"/>
            <ac:spMk id="2" creationId="{DB87B8FE-7221-4B06-BCDB-0218A08F4B1A}"/>
          </ac:spMkLst>
        </pc:spChg>
        <pc:spChg chg="add">
          <ac:chgData name="Chrén András Ferenc" userId="90fb8a39-bd88-4b2a-a6c6-ca2d7b39beda" providerId="ADAL" clId="{15836CF8-0FEF-4161-89A4-72CF9813236B}" dt="2025-04-01T16:11:19.069" v="1099" actId="26606"/>
          <ac:spMkLst>
            <pc:docMk/>
            <pc:sldMk cId="1999183856" sldId="268"/>
            <ac:spMk id="10" creationId="{133F8CB7-795C-4272-9073-64D8CF97F220}"/>
          </ac:spMkLst>
        </pc:spChg>
        <pc:spChg chg="add">
          <ac:chgData name="Chrén András Ferenc" userId="90fb8a39-bd88-4b2a-a6c6-ca2d7b39beda" providerId="ADAL" clId="{15836CF8-0FEF-4161-89A4-72CF9813236B}" dt="2025-04-01T16:11:19.069" v="1099" actId="26606"/>
          <ac:spMkLst>
            <pc:docMk/>
            <pc:sldMk cId="1999183856" sldId="268"/>
            <ac:spMk id="12" creationId="{79277119-B941-4A45-9322-FA2BC135DE62}"/>
          </ac:spMkLst>
        </pc:spChg>
        <pc:spChg chg="add">
          <ac:chgData name="Chrén András Ferenc" userId="90fb8a39-bd88-4b2a-a6c6-ca2d7b39beda" providerId="ADAL" clId="{15836CF8-0FEF-4161-89A4-72CF9813236B}" dt="2025-04-01T16:11:19.069" v="1099" actId="26606"/>
          <ac:spMkLst>
            <pc:docMk/>
            <pc:sldMk cId="1999183856" sldId="268"/>
            <ac:spMk id="14" creationId="{DFDB457D-F372-428B-A10D-41080EF9382A}"/>
          </ac:spMkLst>
        </pc:spChg>
        <pc:picChg chg="add mod ord">
          <ac:chgData name="Chrén András Ferenc" userId="90fb8a39-bd88-4b2a-a6c6-ca2d7b39beda" providerId="ADAL" clId="{15836CF8-0FEF-4161-89A4-72CF9813236B}" dt="2025-04-01T16:11:19.069" v="1099" actId="26606"/>
          <ac:picMkLst>
            <pc:docMk/>
            <pc:sldMk cId="1999183856" sldId="268"/>
            <ac:picMk id="5" creationId="{0A1590D9-DAE6-E0C2-CDBD-E6759329B90E}"/>
          </ac:picMkLst>
        </pc:picChg>
      </pc:sldChg>
      <pc:sldChg chg="addSp delSp modSp add mod modTransition setBg modAnim setClrOvrMap">
        <pc:chgData name="Chrén András Ferenc" userId="90fb8a39-bd88-4b2a-a6c6-ca2d7b39beda" providerId="ADAL" clId="{15836CF8-0FEF-4161-89A4-72CF9813236B}" dt="2025-04-01T19:13:09.149" v="1183"/>
        <pc:sldMkLst>
          <pc:docMk/>
          <pc:sldMk cId="3247044973" sldId="269"/>
        </pc:sldMkLst>
        <pc:spChg chg="mod">
          <ac:chgData name="Chrén András Ferenc" userId="90fb8a39-bd88-4b2a-a6c6-ca2d7b39beda" providerId="ADAL" clId="{15836CF8-0FEF-4161-89A4-72CF9813236B}" dt="2025-04-01T16:13:45.458" v="1101" actId="26606"/>
          <ac:spMkLst>
            <pc:docMk/>
            <pc:sldMk cId="3247044973" sldId="269"/>
            <ac:spMk id="2" creationId="{47CD8B5D-0686-F446-3E53-6C4E9047B00E}"/>
          </ac:spMkLst>
        </pc:spChg>
      </pc:sldChg>
      <pc:sldChg chg="addSp delSp modSp add mod modTransition setBg modAnim setClrOvrMap">
        <pc:chgData name="Chrén András Ferenc" userId="90fb8a39-bd88-4b2a-a6c6-ca2d7b39beda" providerId="ADAL" clId="{15836CF8-0FEF-4161-89A4-72CF9813236B}" dt="2025-04-01T19:13:23.149" v="1185"/>
        <pc:sldMkLst>
          <pc:docMk/>
          <pc:sldMk cId="1301977498" sldId="270"/>
        </pc:sldMkLst>
        <pc:spChg chg="mod">
          <ac:chgData name="Chrén András Ferenc" userId="90fb8a39-bd88-4b2a-a6c6-ca2d7b39beda" providerId="ADAL" clId="{15836CF8-0FEF-4161-89A4-72CF9813236B}" dt="2025-04-01T16:14:32.998" v="1103" actId="26606"/>
          <ac:spMkLst>
            <pc:docMk/>
            <pc:sldMk cId="1301977498" sldId="270"/>
            <ac:spMk id="2" creationId="{96F9277A-369E-0333-0EE3-1DDC089C171A}"/>
          </ac:spMkLst>
        </pc:spChg>
        <pc:spChg chg="add">
          <ac:chgData name="Chrén András Ferenc" userId="90fb8a39-bd88-4b2a-a6c6-ca2d7b39beda" providerId="ADAL" clId="{15836CF8-0FEF-4161-89A4-72CF9813236B}" dt="2025-04-01T16:14:32.998" v="1103" actId="26606"/>
          <ac:spMkLst>
            <pc:docMk/>
            <pc:sldMk cId="1301977498" sldId="270"/>
            <ac:spMk id="10" creationId="{133F8CB7-795C-4272-9073-64D8CF97F220}"/>
          </ac:spMkLst>
        </pc:spChg>
        <pc:spChg chg="add">
          <ac:chgData name="Chrén András Ferenc" userId="90fb8a39-bd88-4b2a-a6c6-ca2d7b39beda" providerId="ADAL" clId="{15836CF8-0FEF-4161-89A4-72CF9813236B}" dt="2025-04-01T16:14:32.998" v="1103" actId="26606"/>
          <ac:spMkLst>
            <pc:docMk/>
            <pc:sldMk cId="1301977498" sldId="270"/>
            <ac:spMk id="12" creationId="{B7743172-17A8-4FA4-8434-B813E03B7665}"/>
          </ac:spMkLst>
        </pc:spChg>
        <pc:spChg chg="add">
          <ac:chgData name="Chrén András Ferenc" userId="90fb8a39-bd88-4b2a-a6c6-ca2d7b39beda" providerId="ADAL" clId="{15836CF8-0FEF-4161-89A4-72CF9813236B}" dt="2025-04-01T16:14:32.998" v="1103" actId="26606"/>
          <ac:spMkLst>
            <pc:docMk/>
            <pc:sldMk cId="1301977498" sldId="270"/>
            <ac:spMk id="14" creationId="{4CE1233C-FD2F-489E-BFDE-086F5FED6491}"/>
          </ac:spMkLst>
        </pc:spChg>
        <pc:picChg chg="add mod ord">
          <ac:chgData name="Chrén András Ferenc" userId="90fb8a39-bd88-4b2a-a6c6-ca2d7b39beda" providerId="ADAL" clId="{15836CF8-0FEF-4161-89A4-72CF9813236B}" dt="2025-04-01T16:14:32.998" v="1103" actId="26606"/>
          <ac:picMkLst>
            <pc:docMk/>
            <pc:sldMk cId="1301977498" sldId="270"/>
            <ac:picMk id="5" creationId="{6F43D153-F60F-B3F7-176A-D8829521DAA0}"/>
          </ac:picMkLst>
        </pc:picChg>
      </pc:sldChg>
      <pc:sldChg chg="add del">
        <pc:chgData name="Chrén András Ferenc" userId="90fb8a39-bd88-4b2a-a6c6-ca2d7b39beda" providerId="ADAL" clId="{15836CF8-0FEF-4161-89A4-72CF9813236B}" dt="2025-04-01T07:18:05.681" v="652" actId="47"/>
        <pc:sldMkLst>
          <pc:docMk/>
          <pc:sldMk cId="2872764778" sldId="271"/>
        </pc:sldMkLst>
      </pc:sldChg>
      <pc:sldChg chg="addSp modSp new mod modTransition setBg modAnim">
        <pc:chgData name="Chrén András Ferenc" userId="90fb8a39-bd88-4b2a-a6c6-ca2d7b39beda" providerId="ADAL" clId="{15836CF8-0FEF-4161-89A4-72CF9813236B}" dt="2025-04-01T17:49:07.004" v="1161"/>
        <pc:sldMkLst>
          <pc:docMk/>
          <pc:sldMk cId="3395881594" sldId="271"/>
        </pc:sldMkLst>
      </pc:sldChg>
      <pc:sldChg chg="addSp delSp modSp new mod ord modTransition setBg">
        <pc:chgData name="Chrén András Ferenc" userId="90fb8a39-bd88-4b2a-a6c6-ca2d7b39beda" providerId="ADAL" clId="{15836CF8-0FEF-4161-89A4-72CF9813236B}" dt="2025-04-01T17:41:30.156" v="1122"/>
        <pc:sldMkLst>
          <pc:docMk/>
          <pc:sldMk cId="1963638947" sldId="272"/>
        </pc:sldMkLst>
        <pc:spChg chg="mod ord">
          <ac:chgData name="Chrén András Ferenc" userId="90fb8a39-bd88-4b2a-a6c6-ca2d7b39beda" providerId="ADAL" clId="{15836CF8-0FEF-4161-89A4-72CF9813236B}" dt="2025-04-01T09:09:21.655" v="1074" actId="26606"/>
          <ac:spMkLst>
            <pc:docMk/>
            <pc:sldMk cId="1963638947" sldId="272"/>
            <ac:spMk id="2" creationId="{6D5635E8-368D-F38F-7DEE-3EC7059D0350}"/>
          </ac:spMkLst>
        </pc:spChg>
        <pc:picChg chg="add mod">
          <ac:chgData name="Chrén András Ferenc" userId="90fb8a39-bd88-4b2a-a6c6-ca2d7b39beda" providerId="ADAL" clId="{15836CF8-0FEF-4161-89A4-72CF9813236B}" dt="2025-04-01T09:09:21.655" v="1074" actId="26606"/>
          <ac:picMkLst>
            <pc:docMk/>
            <pc:sldMk cId="1963638947" sldId="272"/>
            <ac:picMk id="5" creationId="{CC3A3B28-B129-E2C5-4F62-0FBD0D2D7E68}"/>
          </ac:picMkLst>
        </pc:picChg>
      </pc:sldChg>
      <pc:sldChg chg="add del">
        <pc:chgData name="Chrén András Ferenc" userId="90fb8a39-bd88-4b2a-a6c6-ca2d7b39beda" providerId="ADAL" clId="{15836CF8-0FEF-4161-89A4-72CF9813236B}" dt="2025-04-01T07:18:06.629" v="653" actId="47"/>
        <pc:sldMkLst>
          <pc:docMk/>
          <pc:sldMk cId="3273247259" sldId="272"/>
        </pc:sldMkLst>
      </pc:sldChg>
      <pc:sldChg chg="modSp new mod modTransition">
        <pc:chgData name="Chrén András Ferenc" userId="90fb8a39-bd88-4b2a-a6c6-ca2d7b39beda" providerId="ADAL" clId="{15836CF8-0FEF-4161-89A4-72CF9813236B}" dt="2025-04-01T17:48:30.688" v="1157"/>
        <pc:sldMkLst>
          <pc:docMk/>
          <pc:sldMk cId="500487741" sldId="273"/>
        </pc:sldMkLst>
        <pc:spChg chg="mod">
          <ac:chgData name="Chrén András Ferenc" userId="90fb8a39-bd88-4b2a-a6c6-ca2d7b39beda" providerId="ADAL" clId="{15836CF8-0FEF-4161-89A4-72CF9813236B}" dt="2025-04-01T17:43:51.437" v="1152" actId="20577"/>
          <ac:spMkLst>
            <pc:docMk/>
            <pc:sldMk cId="500487741" sldId="273"/>
            <ac:spMk id="2" creationId="{C53DAF49-2900-43E1-FD53-D85D1E9954B2}"/>
          </ac:spMkLst>
        </pc:spChg>
      </pc:sldChg>
      <pc:sldChg chg="add del">
        <pc:chgData name="Chrén András Ferenc" userId="90fb8a39-bd88-4b2a-a6c6-ca2d7b39beda" providerId="ADAL" clId="{15836CF8-0FEF-4161-89A4-72CF9813236B}" dt="2025-04-01T07:18:08.675" v="654" actId="47"/>
        <pc:sldMkLst>
          <pc:docMk/>
          <pc:sldMk cId="4067005404" sldId="273"/>
        </pc:sldMkLst>
      </pc:sldChg>
      <pc:sldChg chg="add del">
        <pc:chgData name="Chrén András Ferenc" userId="90fb8a39-bd88-4b2a-a6c6-ca2d7b39beda" providerId="ADAL" clId="{15836CF8-0FEF-4161-89A4-72CF9813236B}" dt="2025-04-01T07:18:10.201" v="655" actId="47"/>
        <pc:sldMkLst>
          <pc:docMk/>
          <pc:sldMk cId="1119716497" sldId="274"/>
        </pc:sldMkLst>
      </pc:sldChg>
      <pc:sldChg chg="add del">
        <pc:chgData name="Chrén András Ferenc" userId="90fb8a39-bd88-4b2a-a6c6-ca2d7b39beda" providerId="ADAL" clId="{15836CF8-0FEF-4161-89A4-72CF9813236B}" dt="2025-04-01T07:18:11.099" v="656" actId="47"/>
        <pc:sldMkLst>
          <pc:docMk/>
          <pc:sldMk cId="705850318" sldId="275"/>
        </pc:sldMkLst>
      </pc:sldChg>
      <pc:sldChg chg="add del">
        <pc:chgData name="Chrén András Ferenc" userId="90fb8a39-bd88-4b2a-a6c6-ca2d7b39beda" providerId="ADAL" clId="{15836CF8-0FEF-4161-89A4-72CF9813236B}" dt="2025-04-01T07:18:12.040" v="657" actId="47"/>
        <pc:sldMkLst>
          <pc:docMk/>
          <pc:sldMk cId="2913346020" sldId="276"/>
        </pc:sldMkLst>
      </pc:sldChg>
    </pc:docChg>
  </pc:docChgLst>
  <pc:docChgLst>
    <pc:chgData name="Chrén András Ferenc" userId="90fb8a39-bd88-4b2a-a6c6-ca2d7b39beda" providerId="ADAL" clId="{29E8746C-04F9-4A31-8895-291FEB3F12F1}"/>
    <pc:docChg chg="undo custSel addSld delSld modSld sldOrd">
      <pc:chgData name="Chrén András Ferenc" userId="90fb8a39-bd88-4b2a-a6c6-ca2d7b39beda" providerId="ADAL" clId="{29E8746C-04F9-4A31-8895-291FEB3F12F1}" dt="2025-04-15T09:19:13.283" v="3351" actId="1076"/>
      <pc:docMkLst>
        <pc:docMk/>
      </pc:docMkLst>
      <pc:sldChg chg="modSp mod modTransition">
        <pc:chgData name="Chrén András Ferenc" userId="90fb8a39-bd88-4b2a-a6c6-ca2d7b39beda" providerId="ADAL" clId="{29E8746C-04F9-4A31-8895-291FEB3F12F1}" dt="2025-04-14T11:34:45.317" v="3044"/>
        <pc:sldMkLst>
          <pc:docMk/>
          <pc:sldMk cId="1862561729" sldId="256"/>
        </pc:sldMkLst>
        <pc:spChg chg="mod">
          <ac:chgData name="Chrén András Ferenc" userId="90fb8a39-bd88-4b2a-a6c6-ca2d7b39beda" providerId="ADAL" clId="{29E8746C-04F9-4A31-8895-291FEB3F12F1}" dt="2025-04-14T10:40:21.629" v="1607" actId="20577"/>
          <ac:spMkLst>
            <pc:docMk/>
            <pc:sldMk cId="1862561729" sldId="256"/>
            <ac:spMk id="3" creationId="{0F792FDE-CCA5-5DCB-A228-54F0296CAF49}"/>
          </ac:spMkLst>
        </pc:spChg>
      </pc:sldChg>
      <pc:sldChg chg="modSp del mod modAnim">
        <pc:chgData name="Chrén András Ferenc" userId="90fb8a39-bd88-4b2a-a6c6-ca2d7b39beda" providerId="ADAL" clId="{29E8746C-04F9-4A31-8895-291FEB3F12F1}" dt="2025-04-14T10:34:38.175" v="1138" actId="47"/>
        <pc:sldMkLst>
          <pc:docMk/>
          <pc:sldMk cId="1048238959" sldId="257"/>
        </pc:sldMkLst>
      </pc:sldChg>
      <pc:sldChg chg="modSp del mod modAnim">
        <pc:chgData name="Chrén András Ferenc" userId="90fb8a39-bd88-4b2a-a6c6-ca2d7b39beda" providerId="ADAL" clId="{29E8746C-04F9-4A31-8895-291FEB3F12F1}" dt="2025-04-14T10:33:31.537" v="1093" actId="47"/>
        <pc:sldMkLst>
          <pc:docMk/>
          <pc:sldMk cId="4127363864" sldId="259"/>
        </pc:sldMkLst>
      </pc:sldChg>
      <pc:sldChg chg="modSp del modAnim">
        <pc:chgData name="Chrén András Ferenc" userId="90fb8a39-bd88-4b2a-a6c6-ca2d7b39beda" providerId="ADAL" clId="{29E8746C-04F9-4A31-8895-291FEB3F12F1}" dt="2025-04-14T11:00:26.741" v="2396" actId="47"/>
        <pc:sldMkLst>
          <pc:docMk/>
          <pc:sldMk cId="3357057076" sldId="260"/>
        </pc:sldMkLst>
      </pc:sldChg>
      <pc:sldChg chg="modSp mod modTransition modAnim">
        <pc:chgData name="Chrén András Ferenc" userId="90fb8a39-bd88-4b2a-a6c6-ca2d7b39beda" providerId="ADAL" clId="{29E8746C-04F9-4A31-8895-291FEB3F12F1}" dt="2025-04-14T11:31:24.567" v="3023"/>
        <pc:sldMkLst>
          <pc:docMk/>
          <pc:sldMk cId="1527051386" sldId="261"/>
        </pc:sldMkLst>
        <pc:spChg chg="mod">
          <ac:chgData name="Chrén András Ferenc" userId="90fb8a39-bd88-4b2a-a6c6-ca2d7b39beda" providerId="ADAL" clId="{29E8746C-04F9-4A31-8895-291FEB3F12F1}" dt="2025-04-08T09:53:29.280" v="609" actId="20577"/>
          <ac:spMkLst>
            <pc:docMk/>
            <pc:sldMk cId="1527051386" sldId="261"/>
            <ac:spMk id="2" creationId="{10CCF9C4-CB1B-2856-4C78-23FF929543BE}"/>
          </ac:spMkLst>
        </pc:spChg>
        <pc:spChg chg="mod">
          <ac:chgData name="Chrén András Ferenc" userId="90fb8a39-bd88-4b2a-a6c6-ca2d7b39beda" providerId="ADAL" clId="{29E8746C-04F9-4A31-8895-291FEB3F12F1}" dt="2025-04-08T09:56:47.311" v="765" actId="20577"/>
          <ac:spMkLst>
            <pc:docMk/>
            <pc:sldMk cId="1527051386" sldId="261"/>
            <ac:spMk id="3" creationId="{3DE2E7E6-D257-0656-01E9-43096AB6F4A2}"/>
          </ac:spMkLst>
        </pc:spChg>
      </pc:sldChg>
      <pc:sldChg chg="modSp mod modTransition">
        <pc:chgData name="Chrén András Ferenc" userId="90fb8a39-bd88-4b2a-a6c6-ca2d7b39beda" providerId="ADAL" clId="{29E8746C-04F9-4A31-8895-291FEB3F12F1}" dt="2025-04-14T11:31:24.567" v="3023"/>
        <pc:sldMkLst>
          <pc:docMk/>
          <pc:sldMk cId="1578159804" sldId="262"/>
        </pc:sldMkLst>
        <pc:spChg chg="mod">
          <ac:chgData name="Chrén András Ferenc" userId="90fb8a39-bd88-4b2a-a6c6-ca2d7b39beda" providerId="ADAL" clId="{29E8746C-04F9-4A31-8895-291FEB3F12F1}" dt="2025-04-08T09:51:24.094" v="487" actId="20577"/>
          <ac:spMkLst>
            <pc:docMk/>
            <pc:sldMk cId="1578159804" sldId="262"/>
            <ac:spMk id="2" creationId="{26D836CC-2481-5F1A-BF89-3DBC8FE2B5E2}"/>
          </ac:spMkLst>
        </pc:spChg>
      </pc:sldChg>
      <pc:sldChg chg="modSp mod modTransition">
        <pc:chgData name="Chrén András Ferenc" userId="90fb8a39-bd88-4b2a-a6c6-ca2d7b39beda" providerId="ADAL" clId="{29E8746C-04F9-4A31-8895-291FEB3F12F1}" dt="2025-04-14T11:31:24.567" v="3023"/>
        <pc:sldMkLst>
          <pc:docMk/>
          <pc:sldMk cId="1726917457" sldId="263"/>
        </pc:sldMkLst>
        <pc:spChg chg="mod">
          <ac:chgData name="Chrén András Ferenc" userId="90fb8a39-bd88-4b2a-a6c6-ca2d7b39beda" providerId="ADAL" clId="{29E8746C-04F9-4A31-8895-291FEB3F12F1}" dt="2025-04-08T09:51:45.361" v="531" actId="20577"/>
          <ac:spMkLst>
            <pc:docMk/>
            <pc:sldMk cId="1726917457" sldId="263"/>
            <ac:spMk id="2" creationId="{5174D7FC-CE78-C313-AA2C-A4724EE80DE4}"/>
          </ac:spMkLst>
        </pc:spChg>
      </pc:sldChg>
      <pc:sldChg chg="addSp delSp modSp mod modTransition setBg setClrOvrMap">
        <pc:chgData name="Chrén András Ferenc" userId="90fb8a39-bd88-4b2a-a6c6-ca2d7b39beda" providerId="ADAL" clId="{29E8746C-04F9-4A31-8895-291FEB3F12F1}" dt="2025-04-14T11:42:09.352" v="3090" actId="962"/>
        <pc:sldMkLst>
          <pc:docMk/>
          <pc:sldMk cId="3760125630" sldId="264"/>
        </pc:sldMkLst>
        <pc:spChg chg="mod">
          <ac:chgData name="Chrén András Ferenc" userId="90fb8a39-bd88-4b2a-a6c6-ca2d7b39beda" providerId="ADAL" clId="{29E8746C-04F9-4A31-8895-291FEB3F12F1}" dt="2025-04-14T11:41:59.713" v="3087" actId="26606"/>
          <ac:spMkLst>
            <pc:docMk/>
            <pc:sldMk cId="3760125630" sldId="264"/>
            <ac:spMk id="2" creationId="{272DD427-2FB9-7E90-B00E-0CCF44D0DE3F}"/>
          </ac:spMkLst>
        </pc:spChg>
        <pc:spChg chg="add">
          <ac:chgData name="Chrén András Ferenc" userId="90fb8a39-bd88-4b2a-a6c6-ca2d7b39beda" providerId="ADAL" clId="{29E8746C-04F9-4A31-8895-291FEB3F12F1}" dt="2025-04-14T11:41:59.713" v="3087" actId="26606"/>
          <ac:spMkLst>
            <pc:docMk/>
            <pc:sldMk cId="3760125630" sldId="264"/>
            <ac:spMk id="18" creationId="{2429D5A3-7165-C56C-80B6-6893152038B7}"/>
          </ac:spMkLst>
        </pc:spChg>
        <pc:picChg chg="mod">
          <ac:chgData name="Chrén András Ferenc" userId="90fb8a39-bd88-4b2a-a6c6-ca2d7b39beda" providerId="ADAL" clId="{29E8746C-04F9-4A31-8895-291FEB3F12F1}" dt="2025-04-14T11:42:09.352" v="3090" actId="962"/>
          <ac:picMkLst>
            <pc:docMk/>
            <pc:sldMk cId="3760125630" sldId="264"/>
            <ac:picMk id="5" creationId="{E42A4E16-E140-0E6A-FD28-ED4CE17FC420}"/>
          </ac:picMkLst>
        </pc:picChg>
      </pc:sldChg>
      <pc:sldChg chg="modSp mod modTransition">
        <pc:chgData name="Chrén András Ferenc" userId="90fb8a39-bd88-4b2a-a6c6-ca2d7b39beda" providerId="ADAL" clId="{29E8746C-04F9-4A31-8895-291FEB3F12F1}" dt="2025-04-14T11:31:24.567" v="3023"/>
        <pc:sldMkLst>
          <pc:docMk/>
          <pc:sldMk cId="2277115911" sldId="265"/>
        </pc:sldMkLst>
        <pc:spChg chg="mod">
          <ac:chgData name="Chrén András Ferenc" userId="90fb8a39-bd88-4b2a-a6c6-ca2d7b39beda" providerId="ADAL" clId="{29E8746C-04F9-4A31-8895-291FEB3F12F1}" dt="2025-04-08T09:53:06.510" v="591" actId="20577"/>
          <ac:spMkLst>
            <pc:docMk/>
            <pc:sldMk cId="2277115911" sldId="265"/>
            <ac:spMk id="2" creationId="{29E8E624-6F58-D821-2966-57B63D9AB2EC}"/>
          </ac:spMkLst>
        </pc:spChg>
      </pc:sldChg>
      <pc:sldChg chg="modSp mod modTransition">
        <pc:chgData name="Chrén András Ferenc" userId="90fb8a39-bd88-4b2a-a6c6-ca2d7b39beda" providerId="ADAL" clId="{29E8746C-04F9-4A31-8895-291FEB3F12F1}" dt="2025-04-14T11:31:24.567" v="3023"/>
        <pc:sldMkLst>
          <pc:docMk/>
          <pc:sldMk cId="3725683091" sldId="266"/>
        </pc:sldMkLst>
        <pc:spChg chg="mod">
          <ac:chgData name="Chrén András Ferenc" userId="90fb8a39-bd88-4b2a-a6c6-ca2d7b39beda" providerId="ADAL" clId="{29E8746C-04F9-4A31-8895-291FEB3F12F1}" dt="2025-04-08T09:56:57.424" v="782" actId="20577"/>
          <ac:spMkLst>
            <pc:docMk/>
            <pc:sldMk cId="3725683091" sldId="266"/>
            <ac:spMk id="2" creationId="{3D3D6076-DCF6-9ABB-5C81-DDCA6FF7CDD0}"/>
          </ac:spMkLst>
        </pc:spChg>
      </pc:sldChg>
      <pc:sldChg chg="modSp mod modTransition">
        <pc:chgData name="Chrén András Ferenc" userId="90fb8a39-bd88-4b2a-a6c6-ca2d7b39beda" providerId="ADAL" clId="{29E8746C-04F9-4A31-8895-291FEB3F12F1}" dt="2025-04-14T11:31:24.567" v="3023"/>
        <pc:sldMkLst>
          <pc:docMk/>
          <pc:sldMk cId="2556666551" sldId="267"/>
        </pc:sldMkLst>
        <pc:spChg chg="mod">
          <ac:chgData name="Chrén András Ferenc" userId="90fb8a39-bd88-4b2a-a6c6-ca2d7b39beda" providerId="ADAL" clId="{29E8746C-04F9-4A31-8895-291FEB3F12F1}" dt="2025-04-08T09:57:06.473" v="798" actId="20577"/>
          <ac:spMkLst>
            <pc:docMk/>
            <pc:sldMk cId="2556666551" sldId="267"/>
            <ac:spMk id="2" creationId="{4AE42346-CCCC-97A2-B4B9-C2024A4BA773}"/>
          </ac:spMkLst>
        </pc:spChg>
      </pc:sldChg>
      <pc:sldChg chg="modSp mod modTransition">
        <pc:chgData name="Chrén András Ferenc" userId="90fb8a39-bd88-4b2a-a6c6-ca2d7b39beda" providerId="ADAL" clId="{29E8746C-04F9-4A31-8895-291FEB3F12F1}" dt="2025-04-14T11:31:24.567" v="3023"/>
        <pc:sldMkLst>
          <pc:docMk/>
          <pc:sldMk cId="1999183856" sldId="268"/>
        </pc:sldMkLst>
        <pc:spChg chg="mod">
          <ac:chgData name="Chrén András Ferenc" userId="90fb8a39-bd88-4b2a-a6c6-ca2d7b39beda" providerId="ADAL" clId="{29E8746C-04F9-4A31-8895-291FEB3F12F1}" dt="2025-04-08T09:57:21.572" v="818" actId="20577"/>
          <ac:spMkLst>
            <pc:docMk/>
            <pc:sldMk cId="1999183856" sldId="268"/>
            <ac:spMk id="2" creationId="{DB87B8FE-7221-4B06-BCDB-0218A08F4B1A}"/>
          </ac:spMkLst>
        </pc:spChg>
      </pc:sldChg>
      <pc:sldChg chg="modSp mod modTransition">
        <pc:chgData name="Chrén András Ferenc" userId="90fb8a39-bd88-4b2a-a6c6-ca2d7b39beda" providerId="ADAL" clId="{29E8746C-04F9-4A31-8895-291FEB3F12F1}" dt="2025-04-14T11:31:24.567" v="3023"/>
        <pc:sldMkLst>
          <pc:docMk/>
          <pc:sldMk cId="3247044973" sldId="269"/>
        </pc:sldMkLst>
        <pc:spChg chg="mod">
          <ac:chgData name="Chrén András Ferenc" userId="90fb8a39-bd88-4b2a-a6c6-ca2d7b39beda" providerId="ADAL" clId="{29E8746C-04F9-4A31-8895-291FEB3F12F1}" dt="2025-04-08T09:57:37.805" v="856" actId="20577"/>
          <ac:spMkLst>
            <pc:docMk/>
            <pc:sldMk cId="3247044973" sldId="269"/>
            <ac:spMk id="2" creationId="{47CD8B5D-0686-F446-3E53-6C4E9047B00E}"/>
          </ac:spMkLst>
        </pc:spChg>
      </pc:sldChg>
      <pc:sldChg chg="modSp mod modTransition">
        <pc:chgData name="Chrén András Ferenc" userId="90fb8a39-bd88-4b2a-a6c6-ca2d7b39beda" providerId="ADAL" clId="{29E8746C-04F9-4A31-8895-291FEB3F12F1}" dt="2025-04-14T11:31:24.567" v="3023"/>
        <pc:sldMkLst>
          <pc:docMk/>
          <pc:sldMk cId="1301977498" sldId="270"/>
        </pc:sldMkLst>
        <pc:spChg chg="mod">
          <ac:chgData name="Chrén András Ferenc" userId="90fb8a39-bd88-4b2a-a6c6-ca2d7b39beda" providerId="ADAL" clId="{29E8746C-04F9-4A31-8895-291FEB3F12F1}" dt="2025-04-08T09:59:05.625" v="925" actId="1076"/>
          <ac:spMkLst>
            <pc:docMk/>
            <pc:sldMk cId="1301977498" sldId="270"/>
            <ac:spMk id="2" creationId="{96F9277A-369E-0333-0EE3-1DDC089C171A}"/>
          </ac:spMkLst>
        </pc:spChg>
      </pc:sldChg>
      <pc:sldChg chg="modSp del modAnim">
        <pc:chgData name="Chrén András Ferenc" userId="90fb8a39-bd88-4b2a-a6c6-ca2d7b39beda" providerId="ADAL" clId="{29E8746C-04F9-4A31-8895-291FEB3F12F1}" dt="2025-04-14T11:00:23.590" v="2395" actId="47"/>
        <pc:sldMkLst>
          <pc:docMk/>
          <pc:sldMk cId="3395881594" sldId="271"/>
        </pc:sldMkLst>
      </pc:sldChg>
      <pc:sldChg chg="addSp delSp modSp mod ord modTransition">
        <pc:chgData name="Chrén András Ferenc" userId="90fb8a39-bd88-4b2a-a6c6-ca2d7b39beda" providerId="ADAL" clId="{29E8746C-04F9-4A31-8895-291FEB3F12F1}" dt="2025-04-14T11:42:37.742" v="3092"/>
        <pc:sldMkLst>
          <pc:docMk/>
          <pc:sldMk cId="1963638947" sldId="272"/>
        </pc:sldMkLst>
        <pc:spChg chg="mod">
          <ac:chgData name="Chrén András Ferenc" userId="90fb8a39-bd88-4b2a-a6c6-ca2d7b39beda" providerId="ADAL" clId="{29E8746C-04F9-4A31-8895-291FEB3F12F1}" dt="2025-04-14T11:29:45.623" v="3019" actId="26606"/>
          <ac:spMkLst>
            <pc:docMk/>
            <pc:sldMk cId="1963638947" sldId="272"/>
            <ac:spMk id="2" creationId="{6D5635E8-368D-F38F-7DEE-3EC7059D0350}"/>
          </ac:spMkLst>
        </pc:spChg>
        <pc:spChg chg="add">
          <ac:chgData name="Chrén András Ferenc" userId="90fb8a39-bd88-4b2a-a6c6-ca2d7b39beda" providerId="ADAL" clId="{29E8746C-04F9-4A31-8895-291FEB3F12F1}" dt="2025-04-14T11:29:45.623" v="3019" actId="26606"/>
          <ac:spMkLst>
            <pc:docMk/>
            <pc:sldMk cId="1963638947" sldId="272"/>
            <ac:spMk id="19" creationId="{28181091-AD2A-C78D-D7FF-75EDCB446797}"/>
          </ac:spMkLst>
        </pc:spChg>
        <pc:picChg chg="mod ord">
          <ac:chgData name="Chrén András Ferenc" userId="90fb8a39-bd88-4b2a-a6c6-ca2d7b39beda" providerId="ADAL" clId="{29E8746C-04F9-4A31-8895-291FEB3F12F1}" dt="2025-04-14T11:30:26.601" v="3022" actId="12788"/>
          <ac:picMkLst>
            <pc:docMk/>
            <pc:sldMk cId="1963638947" sldId="272"/>
            <ac:picMk id="5" creationId="{CC3A3B28-B129-E2C5-4F62-0FBD0D2D7E68}"/>
          </ac:picMkLst>
        </pc:picChg>
      </pc:sldChg>
      <pc:sldChg chg="modSp mod modTransition">
        <pc:chgData name="Chrén András Ferenc" userId="90fb8a39-bd88-4b2a-a6c6-ca2d7b39beda" providerId="ADAL" clId="{29E8746C-04F9-4A31-8895-291FEB3F12F1}" dt="2025-04-14T11:31:53.110" v="3026"/>
        <pc:sldMkLst>
          <pc:docMk/>
          <pc:sldMk cId="500487741" sldId="273"/>
        </pc:sldMkLst>
        <pc:spChg chg="mod">
          <ac:chgData name="Chrén András Ferenc" userId="90fb8a39-bd88-4b2a-a6c6-ca2d7b39beda" providerId="ADAL" clId="{29E8746C-04F9-4A31-8895-291FEB3F12F1}" dt="2025-04-08T09:59:18.092" v="947" actId="20577"/>
          <ac:spMkLst>
            <pc:docMk/>
            <pc:sldMk cId="500487741" sldId="273"/>
            <ac:spMk id="2" creationId="{C53DAF49-2900-43E1-FD53-D85D1E9954B2}"/>
          </ac:spMkLst>
        </pc:spChg>
      </pc:sldChg>
      <pc:sldChg chg="modSp new mod modTransition modAnim">
        <pc:chgData name="Chrén András Ferenc" userId="90fb8a39-bd88-4b2a-a6c6-ca2d7b39beda" providerId="ADAL" clId="{29E8746C-04F9-4A31-8895-291FEB3F12F1}" dt="2025-04-14T11:31:24.567" v="3023"/>
        <pc:sldMkLst>
          <pc:docMk/>
          <pc:sldMk cId="375579509" sldId="274"/>
        </pc:sldMkLst>
        <pc:spChg chg="mod">
          <ac:chgData name="Chrén András Ferenc" userId="90fb8a39-bd88-4b2a-a6c6-ca2d7b39beda" providerId="ADAL" clId="{29E8746C-04F9-4A31-8895-291FEB3F12F1}" dt="2025-04-14T10:39:16.163" v="1516" actId="20577"/>
          <ac:spMkLst>
            <pc:docMk/>
            <pc:sldMk cId="375579509" sldId="274"/>
            <ac:spMk id="2" creationId="{49AF41A6-795E-B92F-4258-466496DF4627}"/>
          </ac:spMkLst>
        </pc:spChg>
        <pc:spChg chg="mod">
          <ac:chgData name="Chrén András Ferenc" userId="90fb8a39-bd88-4b2a-a6c6-ca2d7b39beda" providerId="ADAL" clId="{29E8746C-04F9-4A31-8895-291FEB3F12F1}" dt="2025-04-14T10:39:45.052" v="1585" actId="403"/>
          <ac:spMkLst>
            <pc:docMk/>
            <pc:sldMk cId="375579509" sldId="274"/>
            <ac:spMk id="3" creationId="{8F8B686D-E545-3590-87F7-0DE302BB71D0}"/>
          </ac:spMkLst>
        </pc:spChg>
      </pc:sldChg>
      <pc:sldChg chg="modSp new del mod">
        <pc:chgData name="Chrén András Ferenc" userId="90fb8a39-bd88-4b2a-a6c6-ca2d7b39beda" providerId="ADAL" clId="{29E8746C-04F9-4A31-8895-291FEB3F12F1}" dt="2025-04-14T10:33:42.497" v="1094" actId="47"/>
        <pc:sldMkLst>
          <pc:docMk/>
          <pc:sldMk cId="1074484549" sldId="275"/>
        </pc:sldMkLst>
      </pc:sldChg>
      <pc:sldChg chg="modSp new mod ord modTransition modAnim modNotesTx">
        <pc:chgData name="Chrén András Ferenc" userId="90fb8a39-bd88-4b2a-a6c6-ca2d7b39beda" providerId="ADAL" clId="{29E8746C-04F9-4A31-8895-291FEB3F12F1}" dt="2025-04-15T07:03:27.103" v="3094"/>
        <pc:sldMkLst>
          <pc:docMk/>
          <pc:sldMk cId="310886495" sldId="276"/>
        </pc:sldMkLst>
        <pc:spChg chg="mod">
          <ac:chgData name="Chrén András Ferenc" userId="90fb8a39-bd88-4b2a-a6c6-ca2d7b39beda" providerId="ADAL" clId="{29E8746C-04F9-4A31-8895-291FEB3F12F1}" dt="2025-04-14T10:34:06.089" v="1109" actId="20577"/>
          <ac:spMkLst>
            <pc:docMk/>
            <pc:sldMk cId="310886495" sldId="276"/>
            <ac:spMk id="2" creationId="{587282F2-CA30-23E3-DB7A-6EA65F1CF049}"/>
          </ac:spMkLst>
        </pc:spChg>
        <pc:spChg chg="mod">
          <ac:chgData name="Chrén András Ferenc" userId="90fb8a39-bd88-4b2a-a6c6-ca2d7b39beda" providerId="ADAL" clId="{29E8746C-04F9-4A31-8895-291FEB3F12F1}" dt="2025-04-14T10:39:56.936" v="1588" actId="403"/>
          <ac:spMkLst>
            <pc:docMk/>
            <pc:sldMk cId="310886495" sldId="276"/>
            <ac:spMk id="3" creationId="{C9D28FCD-5F59-DAB0-22F7-7B771E3633B8}"/>
          </ac:spMkLst>
        </pc:spChg>
      </pc:sldChg>
      <pc:sldChg chg="modSp new mod modTransition modAnim">
        <pc:chgData name="Chrén András Ferenc" userId="90fb8a39-bd88-4b2a-a6c6-ca2d7b39beda" providerId="ADAL" clId="{29E8746C-04F9-4A31-8895-291FEB3F12F1}" dt="2025-04-14T11:40:52.644" v="3079"/>
        <pc:sldMkLst>
          <pc:docMk/>
          <pc:sldMk cId="1965166809" sldId="277"/>
        </pc:sldMkLst>
        <pc:spChg chg="mod">
          <ac:chgData name="Chrén András Ferenc" userId="90fb8a39-bd88-4b2a-a6c6-ca2d7b39beda" providerId="ADAL" clId="{29E8746C-04F9-4A31-8895-291FEB3F12F1}" dt="2025-04-14T10:34:17.252" v="1133" actId="20577"/>
          <ac:spMkLst>
            <pc:docMk/>
            <pc:sldMk cId="1965166809" sldId="277"/>
            <ac:spMk id="2" creationId="{81BEE87E-A7BB-AEC6-DD9D-AAA9F8ED13BB}"/>
          </ac:spMkLst>
        </pc:spChg>
        <pc:spChg chg="mod">
          <ac:chgData name="Chrén András Ferenc" userId="90fb8a39-bd88-4b2a-a6c6-ca2d7b39beda" providerId="ADAL" clId="{29E8746C-04F9-4A31-8895-291FEB3F12F1}" dt="2025-04-14T10:34:53.157" v="1149" actId="404"/>
          <ac:spMkLst>
            <pc:docMk/>
            <pc:sldMk cId="1965166809" sldId="277"/>
            <ac:spMk id="3" creationId="{20F62F03-A94D-51AE-BDF7-36F80B3BFC44}"/>
          </ac:spMkLst>
        </pc:spChg>
      </pc:sldChg>
      <pc:sldChg chg="addSp delSp modSp new mod ord modTransition modAnim">
        <pc:chgData name="Chrén András Ferenc" userId="90fb8a39-bd88-4b2a-a6c6-ca2d7b39beda" providerId="ADAL" clId="{29E8746C-04F9-4A31-8895-291FEB3F12F1}" dt="2025-04-15T07:29:52.862" v="3186" actId="404"/>
        <pc:sldMkLst>
          <pc:docMk/>
          <pc:sldMk cId="156096315" sldId="278"/>
        </pc:sldMkLst>
        <pc:spChg chg="mod">
          <ac:chgData name="Chrén András Ferenc" userId="90fb8a39-bd88-4b2a-a6c6-ca2d7b39beda" providerId="ADAL" clId="{29E8746C-04F9-4A31-8895-291FEB3F12F1}" dt="2025-04-14T10:40:35.721" v="1617" actId="20577"/>
          <ac:spMkLst>
            <pc:docMk/>
            <pc:sldMk cId="156096315" sldId="278"/>
            <ac:spMk id="2" creationId="{83E7341B-30BB-0F61-1096-DB6FD29D70A5}"/>
          </ac:spMkLst>
        </pc:spChg>
        <pc:spChg chg="add mod">
          <ac:chgData name="Chrén András Ferenc" userId="90fb8a39-bd88-4b2a-a6c6-ca2d7b39beda" providerId="ADAL" clId="{29E8746C-04F9-4A31-8895-291FEB3F12F1}" dt="2025-04-14T11:01:43.271" v="2401" actId="1076"/>
          <ac:spMkLst>
            <pc:docMk/>
            <pc:sldMk cId="156096315" sldId="278"/>
            <ac:spMk id="6" creationId="{339BBD5E-4DC8-5B50-A4E7-A1FCBED65CFD}"/>
          </ac:spMkLst>
        </pc:spChg>
        <pc:spChg chg="add mod">
          <ac:chgData name="Chrén András Ferenc" userId="90fb8a39-bd88-4b2a-a6c6-ca2d7b39beda" providerId="ADAL" clId="{29E8746C-04F9-4A31-8895-291FEB3F12F1}" dt="2025-04-14T11:01:43.271" v="2401" actId="1076"/>
          <ac:spMkLst>
            <pc:docMk/>
            <pc:sldMk cId="156096315" sldId="278"/>
            <ac:spMk id="7" creationId="{DA533B42-74D7-86BC-E109-19F10514FF98}"/>
          </ac:spMkLst>
        </pc:spChg>
        <pc:spChg chg="add mod">
          <ac:chgData name="Chrén András Ferenc" userId="90fb8a39-bd88-4b2a-a6c6-ca2d7b39beda" providerId="ADAL" clId="{29E8746C-04F9-4A31-8895-291FEB3F12F1}" dt="2025-04-15T07:29:52.862" v="3186" actId="404"/>
          <ac:spMkLst>
            <pc:docMk/>
            <pc:sldMk cId="156096315" sldId="278"/>
            <ac:spMk id="8" creationId="{3636D72F-5034-D631-39A6-F11115CB7FE2}"/>
          </ac:spMkLst>
        </pc:spChg>
      </pc:sldChg>
      <pc:sldChg chg="new del">
        <pc:chgData name="Chrén András Ferenc" userId="90fb8a39-bd88-4b2a-a6c6-ca2d7b39beda" providerId="ADAL" clId="{29E8746C-04F9-4A31-8895-291FEB3F12F1}" dt="2025-04-14T10:48:38.650" v="1959" actId="680"/>
        <pc:sldMkLst>
          <pc:docMk/>
          <pc:sldMk cId="68071207" sldId="279"/>
        </pc:sldMkLst>
      </pc:sldChg>
      <pc:sldChg chg="modSp new mod ord modTransition modAnim modNotesTx">
        <pc:chgData name="Chrén András Ferenc" userId="90fb8a39-bd88-4b2a-a6c6-ca2d7b39beda" providerId="ADAL" clId="{29E8746C-04F9-4A31-8895-291FEB3F12F1}" dt="2025-04-15T07:21:23.560" v="3174" actId="20577"/>
        <pc:sldMkLst>
          <pc:docMk/>
          <pc:sldMk cId="1865615043" sldId="279"/>
        </pc:sldMkLst>
        <pc:spChg chg="mod">
          <ac:chgData name="Chrén András Ferenc" userId="90fb8a39-bd88-4b2a-a6c6-ca2d7b39beda" providerId="ADAL" clId="{29E8746C-04F9-4A31-8895-291FEB3F12F1}" dt="2025-04-15T07:21:23.560" v="3174" actId="20577"/>
          <ac:spMkLst>
            <pc:docMk/>
            <pc:sldMk cId="1865615043" sldId="279"/>
            <ac:spMk id="2" creationId="{75953F49-71B8-A7F1-8990-AF08EB1142B2}"/>
          </ac:spMkLst>
        </pc:spChg>
        <pc:spChg chg="mod">
          <ac:chgData name="Chrén András Ferenc" userId="90fb8a39-bd88-4b2a-a6c6-ca2d7b39beda" providerId="ADAL" clId="{29E8746C-04F9-4A31-8895-291FEB3F12F1}" dt="2025-04-15T07:20:40.500" v="3170" actId="20577"/>
          <ac:spMkLst>
            <pc:docMk/>
            <pc:sldMk cId="1865615043" sldId="279"/>
            <ac:spMk id="3" creationId="{9E18A93E-DEF6-A0C6-E630-0502FD248278}"/>
          </ac:spMkLst>
        </pc:spChg>
      </pc:sldChg>
      <pc:sldChg chg="addSp delSp modSp new mod modTransition modAnim">
        <pc:chgData name="Chrén András Ferenc" userId="90fb8a39-bd88-4b2a-a6c6-ca2d7b39beda" providerId="ADAL" clId="{29E8746C-04F9-4A31-8895-291FEB3F12F1}" dt="2025-04-15T07:16:40.813" v="3165" actId="478"/>
        <pc:sldMkLst>
          <pc:docMk/>
          <pc:sldMk cId="3875925667" sldId="280"/>
        </pc:sldMkLst>
        <pc:spChg chg="mod">
          <ac:chgData name="Chrén András Ferenc" userId="90fb8a39-bd88-4b2a-a6c6-ca2d7b39beda" providerId="ADAL" clId="{29E8746C-04F9-4A31-8895-291FEB3F12F1}" dt="2025-04-14T11:14:25.062" v="3005" actId="20577"/>
          <ac:spMkLst>
            <pc:docMk/>
            <pc:sldMk cId="3875925667" sldId="280"/>
            <ac:spMk id="2" creationId="{D89CBC8F-C9E5-ADAB-DAA9-DA7ECA7AAA1D}"/>
          </ac:spMkLst>
        </pc:spChg>
        <pc:picChg chg="add mod modCrop">
          <ac:chgData name="Chrén András Ferenc" userId="90fb8a39-bd88-4b2a-a6c6-ca2d7b39beda" providerId="ADAL" clId="{29E8746C-04F9-4A31-8895-291FEB3F12F1}" dt="2025-04-14T11:27:53.839" v="3018" actId="1076"/>
          <ac:picMkLst>
            <pc:docMk/>
            <pc:sldMk cId="3875925667" sldId="280"/>
            <ac:picMk id="13" creationId="{2649D3AE-04C4-7262-F679-70C804F44871}"/>
          </ac:picMkLst>
        </pc:picChg>
      </pc:sldChg>
      <pc:sldChg chg="addSp delSp modSp new mod delAnim modAnim">
        <pc:chgData name="Chrén András Ferenc" userId="90fb8a39-bd88-4b2a-a6c6-ca2d7b39beda" providerId="ADAL" clId="{29E8746C-04F9-4A31-8895-291FEB3F12F1}" dt="2025-04-15T08:55:47.362" v="3306" actId="255"/>
        <pc:sldMkLst>
          <pc:docMk/>
          <pc:sldMk cId="1741173326" sldId="281"/>
        </pc:sldMkLst>
        <pc:spChg chg="mod">
          <ac:chgData name="Chrén András Ferenc" userId="90fb8a39-bd88-4b2a-a6c6-ca2d7b39beda" providerId="ADAL" clId="{29E8746C-04F9-4A31-8895-291FEB3F12F1}" dt="2025-04-15T07:03:51.844" v="3111" actId="20577"/>
          <ac:spMkLst>
            <pc:docMk/>
            <pc:sldMk cId="1741173326" sldId="281"/>
            <ac:spMk id="2" creationId="{14B42270-8DC5-6F4C-1B72-BE1C13EF8A4E}"/>
          </ac:spMkLst>
        </pc:spChg>
        <pc:spChg chg="add mod">
          <ac:chgData name="Chrén András Ferenc" userId="90fb8a39-bd88-4b2a-a6c6-ca2d7b39beda" providerId="ADAL" clId="{29E8746C-04F9-4A31-8895-291FEB3F12F1}" dt="2025-04-15T08:55:47.362" v="3306" actId="255"/>
          <ac:spMkLst>
            <pc:docMk/>
            <pc:sldMk cId="1741173326" sldId="281"/>
            <ac:spMk id="7" creationId="{F96512C9-D7F0-FC9A-7EC9-712F23A3AA12}"/>
          </ac:spMkLst>
        </pc:spChg>
        <pc:spChg chg="add mod">
          <ac:chgData name="Chrén András Ferenc" userId="90fb8a39-bd88-4b2a-a6c6-ca2d7b39beda" providerId="ADAL" clId="{29E8746C-04F9-4A31-8895-291FEB3F12F1}" dt="2025-04-15T08:55:28.855" v="3304" actId="255"/>
          <ac:spMkLst>
            <pc:docMk/>
            <pc:sldMk cId="1741173326" sldId="281"/>
            <ac:spMk id="8" creationId="{67608B40-01C0-C7BE-0428-86D979E6BC6D}"/>
          </ac:spMkLst>
        </pc:spChg>
        <pc:spChg chg="add mod">
          <ac:chgData name="Chrén András Ferenc" userId="90fb8a39-bd88-4b2a-a6c6-ca2d7b39beda" providerId="ADAL" clId="{29E8746C-04F9-4A31-8895-291FEB3F12F1}" dt="2025-04-15T08:55:37.867" v="3305" actId="255"/>
          <ac:spMkLst>
            <pc:docMk/>
            <pc:sldMk cId="1741173326" sldId="281"/>
            <ac:spMk id="9" creationId="{F69B22D3-15F7-682B-F60E-583936FC9A53}"/>
          </ac:spMkLst>
        </pc:spChg>
      </pc:sldChg>
      <pc:sldChg chg="addSp delSp modSp new mod">
        <pc:chgData name="Chrén András Ferenc" userId="90fb8a39-bd88-4b2a-a6c6-ca2d7b39beda" providerId="ADAL" clId="{29E8746C-04F9-4A31-8895-291FEB3F12F1}" dt="2025-04-15T09:19:13.283" v="3351" actId="1076"/>
        <pc:sldMkLst>
          <pc:docMk/>
          <pc:sldMk cId="547756443" sldId="282"/>
        </pc:sldMkLst>
        <pc:spChg chg="mod">
          <ac:chgData name="Chrén András Ferenc" userId="90fb8a39-bd88-4b2a-a6c6-ca2d7b39beda" providerId="ADAL" clId="{29E8746C-04F9-4A31-8895-291FEB3F12F1}" dt="2025-04-15T09:06:16.735" v="3323" actId="20577"/>
          <ac:spMkLst>
            <pc:docMk/>
            <pc:sldMk cId="547756443" sldId="282"/>
            <ac:spMk id="2" creationId="{4B6CB96A-0268-A6B0-0B3D-CEA8072C26FD}"/>
          </ac:spMkLst>
        </pc:spChg>
        <pc:picChg chg="add mod">
          <ac:chgData name="Chrén András Ferenc" userId="90fb8a39-bd88-4b2a-a6c6-ca2d7b39beda" providerId="ADAL" clId="{29E8746C-04F9-4A31-8895-291FEB3F12F1}" dt="2025-04-15T09:19:10.404" v="3350" actId="1076"/>
          <ac:picMkLst>
            <pc:docMk/>
            <pc:sldMk cId="547756443" sldId="282"/>
            <ac:picMk id="5" creationId="{EE8BCD01-DC1F-32FC-B6E8-802827590CC3}"/>
          </ac:picMkLst>
        </pc:picChg>
        <pc:picChg chg="add mod">
          <ac:chgData name="Chrén András Ferenc" userId="90fb8a39-bd88-4b2a-a6c6-ca2d7b39beda" providerId="ADAL" clId="{29E8746C-04F9-4A31-8895-291FEB3F12F1}" dt="2025-04-15T09:19:13.283" v="3351" actId="1076"/>
          <ac:picMkLst>
            <pc:docMk/>
            <pc:sldMk cId="547756443" sldId="282"/>
            <ac:picMk id="9" creationId="{4F84F149-F262-EDAB-84FD-C713726760F0}"/>
          </ac:picMkLst>
        </pc:picChg>
      </pc:sldChg>
    </pc:docChg>
  </pc:docChgLst>
  <pc:docChgLst>
    <pc:chgData name="Chrén András Ferenc" userId="90fb8a39-bd88-4b2a-a6c6-ca2d7b39beda" providerId="ADAL" clId="{76E13BE1-5E91-474F-9591-08CCD179C851}"/>
    <pc:docChg chg="custSel modSld">
      <pc:chgData name="Chrén András Ferenc" userId="90fb8a39-bd88-4b2a-a6c6-ca2d7b39beda" providerId="ADAL" clId="{76E13BE1-5E91-474F-9591-08CCD179C851}" dt="2025-05-26T19:37:14.306" v="1209"/>
      <pc:docMkLst>
        <pc:docMk/>
      </pc:docMkLst>
      <pc:sldChg chg="modSp mod">
        <pc:chgData name="Chrén András Ferenc" userId="90fb8a39-bd88-4b2a-a6c6-ca2d7b39beda" providerId="ADAL" clId="{76E13BE1-5E91-474F-9591-08CCD179C851}" dt="2025-05-25T19:41:38.961" v="1177" actId="14100"/>
        <pc:sldMkLst>
          <pc:docMk/>
          <pc:sldMk cId="1527051386" sldId="261"/>
        </pc:sldMkLst>
        <pc:spChg chg="mod">
          <ac:chgData name="Chrén András Ferenc" userId="90fb8a39-bd88-4b2a-a6c6-ca2d7b39beda" providerId="ADAL" clId="{76E13BE1-5E91-474F-9591-08CCD179C851}" dt="2025-05-25T19:41:38.961" v="1177" actId="14100"/>
          <ac:spMkLst>
            <pc:docMk/>
            <pc:sldMk cId="1527051386" sldId="261"/>
            <ac:spMk id="2" creationId="{10CCF9C4-CB1B-2856-4C78-23FF929543BE}"/>
          </ac:spMkLst>
        </pc:spChg>
        <pc:spChg chg="mod">
          <ac:chgData name="Chrén András Ferenc" userId="90fb8a39-bd88-4b2a-a6c6-ca2d7b39beda" providerId="ADAL" clId="{76E13BE1-5E91-474F-9591-08CCD179C851}" dt="2025-05-25T19:41:25.863" v="1173" actId="403"/>
          <ac:spMkLst>
            <pc:docMk/>
            <pc:sldMk cId="1527051386" sldId="261"/>
            <ac:spMk id="3" creationId="{3DE2E7E6-D257-0656-01E9-43096AB6F4A2}"/>
          </ac:spMkLst>
        </pc:spChg>
      </pc:sldChg>
      <pc:sldChg chg="modSp mod modNotesTx">
        <pc:chgData name="Chrén András Ferenc" userId="90fb8a39-bd88-4b2a-a6c6-ca2d7b39beda" providerId="ADAL" clId="{76E13BE1-5E91-474F-9591-08CCD179C851}" dt="2025-05-25T18:28:23.463" v="411" actId="20577"/>
        <pc:sldMkLst>
          <pc:docMk/>
          <pc:sldMk cId="1578159804" sldId="262"/>
        </pc:sldMkLst>
        <pc:spChg chg="mod">
          <ac:chgData name="Chrén András Ferenc" userId="90fb8a39-bd88-4b2a-a6c6-ca2d7b39beda" providerId="ADAL" clId="{76E13BE1-5E91-474F-9591-08CCD179C851}" dt="2025-05-25T18:25:09.268" v="33" actId="20577"/>
          <ac:spMkLst>
            <pc:docMk/>
            <pc:sldMk cId="1578159804" sldId="262"/>
            <ac:spMk id="2" creationId="{26D836CC-2481-5F1A-BF89-3DBC8FE2B5E2}"/>
          </ac:spMkLst>
        </pc:spChg>
      </pc:sldChg>
      <pc:sldChg chg="modNotesTx">
        <pc:chgData name="Chrén András Ferenc" userId="90fb8a39-bd88-4b2a-a6c6-ca2d7b39beda" providerId="ADAL" clId="{76E13BE1-5E91-474F-9591-08CCD179C851}" dt="2025-05-25T18:39:31.821" v="807" actId="20577"/>
        <pc:sldMkLst>
          <pc:docMk/>
          <pc:sldMk cId="1726917457" sldId="263"/>
        </pc:sldMkLst>
      </pc:sldChg>
      <pc:sldChg chg="modNotesTx">
        <pc:chgData name="Chrén András Ferenc" userId="90fb8a39-bd88-4b2a-a6c6-ca2d7b39beda" providerId="ADAL" clId="{76E13BE1-5E91-474F-9591-08CCD179C851}" dt="2025-05-25T18:40:45.598" v="880" actId="20577"/>
        <pc:sldMkLst>
          <pc:docMk/>
          <pc:sldMk cId="3760125630" sldId="264"/>
        </pc:sldMkLst>
      </pc:sldChg>
      <pc:sldChg chg="modNotesTx">
        <pc:chgData name="Chrén András Ferenc" userId="90fb8a39-bd88-4b2a-a6c6-ca2d7b39beda" providerId="ADAL" clId="{76E13BE1-5E91-474F-9591-08CCD179C851}" dt="2025-05-25T18:45:47.250" v="1052" actId="20577"/>
        <pc:sldMkLst>
          <pc:docMk/>
          <pc:sldMk cId="2277115911" sldId="265"/>
        </pc:sldMkLst>
      </pc:sldChg>
      <pc:sldChg chg="modAnim">
        <pc:chgData name="Chrén András Ferenc" userId="90fb8a39-bd88-4b2a-a6c6-ca2d7b39beda" providerId="ADAL" clId="{76E13BE1-5E91-474F-9591-08CCD179C851}" dt="2025-05-25T19:42:56.291" v="1187"/>
        <pc:sldMkLst>
          <pc:docMk/>
          <pc:sldMk cId="3725683091" sldId="266"/>
        </pc:sldMkLst>
      </pc:sldChg>
      <pc:sldChg chg="modAnim">
        <pc:chgData name="Chrén András Ferenc" userId="90fb8a39-bd88-4b2a-a6c6-ca2d7b39beda" providerId="ADAL" clId="{76E13BE1-5E91-474F-9591-08CCD179C851}" dt="2025-05-25T19:42:50.570" v="1186"/>
        <pc:sldMkLst>
          <pc:docMk/>
          <pc:sldMk cId="2556666551" sldId="267"/>
        </pc:sldMkLst>
      </pc:sldChg>
      <pc:sldChg chg="modAnim">
        <pc:chgData name="Chrén András Ferenc" userId="90fb8a39-bd88-4b2a-a6c6-ca2d7b39beda" providerId="ADAL" clId="{76E13BE1-5E91-474F-9591-08CCD179C851}" dt="2025-05-25T19:43:11.517" v="1189"/>
        <pc:sldMkLst>
          <pc:docMk/>
          <pc:sldMk cId="1999183856" sldId="268"/>
        </pc:sldMkLst>
      </pc:sldChg>
      <pc:sldChg chg="modSp mod modAnim">
        <pc:chgData name="Chrén András Ferenc" userId="90fb8a39-bd88-4b2a-a6c6-ca2d7b39beda" providerId="ADAL" clId="{76E13BE1-5E91-474F-9591-08CCD179C851}" dt="2025-05-26T19:33:51.811" v="1206"/>
        <pc:sldMkLst>
          <pc:docMk/>
          <pc:sldMk cId="3247044973" sldId="269"/>
        </pc:sldMkLst>
        <pc:picChg chg="mod">
          <ac:chgData name="Chrén András Ferenc" userId="90fb8a39-bd88-4b2a-a6c6-ca2d7b39beda" providerId="ADAL" clId="{76E13BE1-5E91-474F-9591-08CCD179C851}" dt="2025-05-26T19:33:40.896" v="1204" actId="1076"/>
          <ac:picMkLst>
            <pc:docMk/>
            <pc:sldMk cId="3247044973" sldId="269"/>
            <ac:picMk id="4" creationId="{9CE6DB1B-ADA9-CA88-94C0-FE915C2F4EDB}"/>
          </ac:picMkLst>
        </pc:picChg>
      </pc:sldChg>
      <pc:sldChg chg="modAnim modNotesTx">
        <pc:chgData name="Chrén András Ferenc" userId="90fb8a39-bd88-4b2a-a6c6-ca2d7b39beda" providerId="ADAL" clId="{76E13BE1-5E91-474F-9591-08CCD179C851}" dt="2025-05-25T19:40:09.863" v="1168"/>
        <pc:sldMkLst>
          <pc:docMk/>
          <pc:sldMk cId="1963638947" sldId="272"/>
        </pc:sldMkLst>
      </pc:sldChg>
      <pc:sldChg chg="modTransition">
        <pc:chgData name="Chrén András Ferenc" userId="90fb8a39-bd88-4b2a-a6c6-ca2d7b39beda" providerId="ADAL" clId="{76E13BE1-5E91-474F-9591-08CCD179C851}" dt="2025-05-25T19:46:14.440" v="1199"/>
        <pc:sldMkLst>
          <pc:docMk/>
          <pc:sldMk cId="500487741" sldId="273"/>
        </pc:sldMkLst>
      </pc:sldChg>
      <pc:sldChg chg="modSp modAnim modNotesTx">
        <pc:chgData name="Chrén András Ferenc" userId="90fb8a39-bd88-4b2a-a6c6-ca2d7b39beda" providerId="ADAL" clId="{76E13BE1-5E91-474F-9591-08CCD179C851}" dt="2025-05-26T19:34:49.228" v="1208"/>
        <pc:sldMkLst>
          <pc:docMk/>
          <pc:sldMk cId="375579509" sldId="274"/>
        </pc:sldMkLst>
        <pc:spChg chg="mod">
          <ac:chgData name="Chrén András Ferenc" userId="90fb8a39-bd88-4b2a-a6c6-ca2d7b39beda" providerId="ADAL" clId="{76E13BE1-5E91-474F-9591-08CCD179C851}" dt="2025-05-25T18:48:05.366" v="1115" actId="20577"/>
          <ac:spMkLst>
            <pc:docMk/>
            <pc:sldMk cId="375579509" sldId="274"/>
            <ac:spMk id="3" creationId="{8F8B686D-E545-3590-87F7-0DE302BB71D0}"/>
          </ac:spMkLst>
        </pc:spChg>
      </pc:sldChg>
      <pc:sldChg chg="addSp modSp mod modAnim">
        <pc:chgData name="Chrén András Ferenc" userId="90fb8a39-bd88-4b2a-a6c6-ca2d7b39beda" providerId="ADAL" clId="{76E13BE1-5E91-474F-9591-08CCD179C851}" dt="2025-05-25T19:39:17.999" v="1166"/>
        <pc:sldMkLst>
          <pc:docMk/>
          <pc:sldMk cId="156096315" sldId="278"/>
        </pc:sldMkLst>
        <pc:spChg chg="add mod">
          <ac:chgData name="Chrén András Ferenc" userId="90fb8a39-bd88-4b2a-a6c6-ca2d7b39beda" providerId="ADAL" clId="{76E13BE1-5E91-474F-9591-08CCD179C851}" dt="2025-05-25T19:37:23.766" v="1159" actId="27636"/>
          <ac:spMkLst>
            <pc:docMk/>
            <pc:sldMk cId="156096315" sldId="278"/>
            <ac:spMk id="3" creationId="{D4ADB849-B8E8-FFAB-4CEA-4BC7F0EC1A58}"/>
          </ac:spMkLst>
        </pc:spChg>
        <pc:spChg chg="mod">
          <ac:chgData name="Chrén András Ferenc" userId="90fb8a39-bd88-4b2a-a6c6-ca2d7b39beda" providerId="ADAL" clId="{76E13BE1-5E91-474F-9591-08CCD179C851}" dt="2025-05-25T19:37:18.269" v="1157" actId="404"/>
          <ac:spMkLst>
            <pc:docMk/>
            <pc:sldMk cId="156096315" sldId="278"/>
            <ac:spMk id="8" creationId="{3636D72F-5034-D631-39A6-F11115CB7FE2}"/>
          </ac:spMkLst>
        </pc:spChg>
      </pc:sldChg>
      <pc:sldChg chg="modAnim">
        <pc:chgData name="Chrén András Ferenc" userId="90fb8a39-bd88-4b2a-a6c6-ca2d7b39beda" providerId="ADAL" clId="{76E13BE1-5E91-474F-9591-08CCD179C851}" dt="2025-05-25T19:45:36.690" v="1198"/>
        <pc:sldMkLst>
          <pc:docMk/>
          <pc:sldMk cId="3875925667" sldId="280"/>
        </pc:sldMkLst>
      </pc:sldChg>
      <pc:sldChg chg="modSp modTransition modAnim">
        <pc:chgData name="Chrén András Ferenc" userId="90fb8a39-bd88-4b2a-a6c6-ca2d7b39beda" providerId="ADAL" clId="{76E13BE1-5E91-474F-9591-08CCD179C851}" dt="2025-05-25T19:44:54.306" v="1197"/>
        <pc:sldMkLst>
          <pc:docMk/>
          <pc:sldMk cId="1741173326" sldId="281"/>
        </pc:sldMkLst>
        <pc:spChg chg="mod">
          <ac:chgData name="Chrén András Ferenc" userId="90fb8a39-bd88-4b2a-a6c6-ca2d7b39beda" providerId="ADAL" clId="{76E13BE1-5E91-474F-9591-08CCD179C851}" dt="2025-05-25T19:33:23.828" v="1126" actId="20577"/>
          <ac:spMkLst>
            <pc:docMk/>
            <pc:sldMk cId="1741173326" sldId="281"/>
            <ac:spMk id="9" creationId="{F69B22D3-15F7-682B-F60E-583936FC9A53}"/>
          </ac:spMkLst>
        </pc:spChg>
      </pc:sldChg>
      <pc:sldChg chg="modTransition modAnim modNotesTx">
        <pc:chgData name="Chrén András Ferenc" userId="90fb8a39-bd88-4b2a-a6c6-ca2d7b39beda" providerId="ADAL" clId="{76E13BE1-5E91-474F-9591-08CCD179C851}" dt="2025-05-26T19:37:14.306" v="1209"/>
        <pc:sldMkLst>
          <pc:docMk/>
          <pc:sldMk cId="547756443" sldId="282"/>
        </pc:sldMkLst>
      </pc:sldChg>
      <pc:sldChg chg="addSp modSp mod modTransition setBg modAnim setClrOvrMap">
        <pc:chgData name="Chrén András Ferenc" userId="90fb8a39-bd88-4b2a-a6c6-ca2d7b39beda" providerId="ADAL" clId="{76E13BE1-5E91-474F-9591-08CCD179C851}" dt="2025-05-26T19:32:18.822" v="1200"/>
        <pc:sldMkLst>
          <pc:docMk/>
          <pc:sldMk cId="1540790325" sldId="283"/>
        </pc:sldMkLst>
        <pc:spChg chg="mod">
          <ac:chgData name="Chrén András Ferenc" userId="90fb8a39-bd88-4b2a-a6c6-ca2d7b39beda" providerId="ADAL" clId="{76E13BE1-5E91-474F-9591-08CCD179C851}" dt="2025-05-25T18:34:29.101" v="646" actId="26606"/>
          <ac:spMkLst>
            <pc:docMk/>
            <pc:sldMk cId="1540790325" sldId="283"/>
            <ac:spMk id="2" creationId="{857B570F-1DF8-D529-42FF-AF62FAB7EFFC}"/>
          </ac:spMkLst>
        </pc:spChg>
        <pc:spChg chg="mod">
          <ac:chgData name="Chrén András Ferenc" userId="90fb8a39-bd88-4b2a-a6c6-ca2d7b39beda" providerId="ADAL" clId="{76E13BE1-5E91-474F-9591-08CCD179C851}" dt="2025-05-25T18:34:29.101" v="646" actId="26606"/>
          <ac:spMkLst>
            <pc:docMk/>
            <pc:sldMk cId="1540790325" sldId="283"/>
            <ac:spMk id="3" creationId="{57D7FE8D-4E93-C36D-0C2D-2B559E8804D7}"/>
          </ac:spMkLst>
        </pc:spChg>
        <pc:spChg chg="add">
          <ac:chgData name="Chrén András Ferenc" userId="90fb8a39-bd88-4b2a-a6c6-ca2d7b39beda" providerId="ADAL" clId="{76E13BE1-5E91-474F-9591-08CCD179C851}" dt="2025-05-25T18:34:29.101" v="646" actId="26606"/>
          <ac:spMkLst>
            <pc:docMk/>
            <pc:sldMk cId="1540790325" sldId="283"/>
            <ac:spMk id="8" creationId="{089A69AF-D57B-49B4-886C-D4A5DC194421}"/>
          </ac:spMkLst>
        </pc:spChg>
        <pc:spChg chg="add">
          <ac:chgData name="Chrén András Ferenc" userId="90fb8a39-bd88-4b2a-a6c6-ca2d7b39beda" providerId="ADAL" clId="{76E13BE1-5E91-474F-9591-08CCD179C851}" dt="2025-05-25T18:34:29.101" v="646" actId="26606"/>
          <ac:spMkLst>
            <pc:docMk/>
            <pc:sldMk cId="1540790325" sldId="283"/>
            <ac:spMk id="10" creationId="{CABDC08D-6093-4397-92D4-54D00E2BB1C2}"/>
          </ac:spMkLst>
        </pc:spChg>
      </pc:sldChg>
      <pc:sldChg chg="modTransition modAnim">
        <pc:chgData name="Chrén András Ferenc" userId="90fb8a39-bd88-4b2a-a6c6-ca2d7b39beda" providerId="ADAL" clId="{76E13BE1-5E91-474F-9591-08CCD179C851}" dt="2025-05-26T19:34:13.849" v="1207"/>
        <pc:sldMkLst>
          <pc:docMk/>
          <pc:sldMk cId="265899542" sldId="28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>
            <a:extLst>
              <a:ext uri="{FF2B5EF4-FFF2-40B4-BE49-F238E27FC236}">
                <a16:creationId xmlns:a16="http://schemas.microsoft.com/office/drawing/2014/main" id="{7256FB60-8024-663D-CCF1-39224CAAA12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2EC05C7A-DEDB-C729-FF57-24453F59902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A76251-1861-4D26-89C7-79755E113F34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CE9C8945-669D-6507-2529-107420BFE0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37A96D33-9982-AEE5-DF27-ACED56F7732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835D93-A2E0-4C56-8088-80902F5F33E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20598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9279E2-7C82-4FB9-9044-7EC280E84176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468BD-90ED-4482-99D5-56FB678B8A8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03938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err="1"/>
              <a:t>Admin</a:t>
            </a:r>
            <a:r>
              <a:rPr lang="hu-HU"/>
              <a:t>:</a:t>
            </a:r>
          </a:p>
          <a:p>
            <a:pPr marL="171450" indent="-171450">
              <a:buFontTx/>
              <a:buChar char="-"/>
            </a:pPr>
            <a:r>
              <a:rPr lang="hu-HU"/>
              <a:t>Több mint egy szerelő</a:t>
            </a:r>
          </a:p>
          <a:p>
            <a:pPr marL="171450" indent="-171450">
              <a:buFontTx/>
              <a:buChar char="-"/>
            </a:pPr>
            <a:r>
              <a:rPr lang="hu-HU" err="1"/>
              <a:t>Adminok</a:t>
            </a:r>
            <a:r>
              <a:rPr lang="hu-HU"/>
              <a:t> és szerelők hozzáadása</a:t>
            </a:r>
          </a:p>
          <a:p>
            <a:pPr marL="171450" indent="-171450">
              <a:buFontTx/>
              <a:buChar char="-"/>
            </a:pPr>
            <a:r>
              <a:rPr lang="hu-HU"/>
              <a:t>Alkatrész rendelések kezelése</a:t>
            </a:r>
          </a:p>
          <a:p>
            <a:r>
              <a:rPr lang="hu-HU"/>
              <a:t>Szerelő: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hu-HU"/>
              <a:t>Foglalások kezelése, autók és ügyfelek hozzáadása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/>
              <a:t>Ügyfél: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hu-HU"/>
              <a:t>Autói és szolgáltatások kezelése, megtekintése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hu-HU"/>
              <a:t>Felhasználói adatok módosítása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468BD-90ED-4482-99D5-56FB678B8A8E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1905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468BD-90ED-4482-99D5-56FB678B8A8E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63218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Nincsen PHP session változók</a:t>
            </a:r>
          </a:p>
          <a:p>
            <a:r>
              <a:rPr lang="hu-HU"/>
              <a:t>Kontrollerek válasz formája az API-</a:t>
            </a:r>
            <a:r>
              <a:rPr lang="hu-HU" err="1"/>
              <a:t>nak</a:t>
            </a:r>
            <a:r>
              <a:rPr lang="hu-HU"/>
              <a:t>: [”</a:t>
            </a:r>
            <a:r>
              <a:rPr lang="hu-HU" err="1"/>
              <a:t>success</a:t>
            </a:r>
            <a:r>
              <a:rPr lang="hu-HU"/>
              <a:t>” → </a:t>
            </a:r>
            <a:r>
              <a:rPr lang="hu-HU" err="1"/>
              <a:t>true</a:t>
            </a:r>
            <a:r>
              <a:rPr lang="hu-HU"/>
              <a:t> vagy </a:t>
            </a:r>
            <a:r>
              <a:rPr lang="hu-HU" err="1"/>
              <a:t>false</a:t>
            </a:r>
            <a:r>
              <a:rPr lang="hu-HU"/>
              <a:t>, ”</a:t>
            </a:r>
            <a:r>
              <a:rPr lang="hu-HU" err="1"/>
              <a:t>message</a:t>
            </a:r>
            <a:r>
              <a:rPr lang="hu-HU"/>
              <a:t>” → szöveges üzenet, ”</a:t>
            </a:r>
            <a:r>
              <a:rPr lang="hu-HU" err="1"/>
              <a:t>code</a:t>
            </a:r>
            <a:r>
              <a:rPr lang="hu-HU"/>
              <a:t>” → http válasz kód]</a:t>
            </a:r>
          </a:p>
          <a:p>
            <a:r>
              <a:rPr lang="hu-HU"/>
              <a:t>Egy függvény küld választ</a:t>
            </a:r>
          </a:p>
          <a:p>
            <a:r>
              <a:rPr lang="hu-HU"/>
              <a:t>MVC:</a:t>
            </a:r>
          </a:p>
          <a:p>
            <a:pPr marL="171450" indent="-171450">
              <a:buFontTx/>
              <a:buChar char="-"/>
            </a:pPr>
            <a:r>
              <a:rPr lang="hu-HU"/>
              <a:t>Modell kommunikál az adatbázissal és a Kontrollerrel</a:t>
            </a:r>
          </a:p>
          <a:p>
            <a:pPr marL="171450" indent="-171450">
              <a:buFontTx/>
              <a:buChar char="-"/>
            </a:pPr>
            <a:r>
              <a:rPr lang="hu-HU"/>
              <a:t>A kontroller a felhasználóval és a </a:t>
            </a:r>
            <a:r>
              <a:rPr lang="hu-HU" err="1"/>
              <a:t>View-val</a:t>
            </a:r>
            <a:endParaRPr lang="hu-HU"/>
          </a:p>
          <a:p>
            <a:pPr marL="171450" indent="-171450">
              <a:buFontTx/>
              <a:buChar char="-"/>
            </a:pPr>
            <a:r>
              <a:rPr lang="hu-HU"/>
              <a:t>A </a:t>
            </a:r>
            <a:r>
              <a:rPr lang="hu-HU" err="1"/>
              <a:t>View</a:t>
            </a:r>
            <a:r>
              <a:rPr lang="hu-HU"/>
              <a:t> a felhasználóval és a kontrollerrel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468BD-90ED-4482-99D5-56FB678B8A8E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82324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hu-HU"/>
              <a:t>Reklám szöveg</a:t>
            </a:r>
          </a:p>
          <a:p>
            <a:pPr marL="171450" indent="-171450">
              <a:buFontTx/>
              <a:buChar char="-"/>
            </a:pPr>
            <a:r>
              <a:rPr lang="hu-HU"/>
              <a:t>Üdvözlő és bemutatkozó szöveg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468BD-90ED-4482-99D5-56FB678B8A8E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01865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hu-HU"/>
              <a:t>The </a:t>
            </a:r>
            <a:r>
              <a:rPr lang="hu-HU" err="1"/>
              <a:t>user</a:t>
            </a:r>
            <a:r>
              <a:rPr lang="hu-HU"/>
              <a:t> </a:t>
            </a:r>
            <a:r>
              <a:rPr lang="hu-HU" err="1"/>
              <a:t>should</a:t>
            </a:r>
            <a:r>
              <a:rPr lang="hu-HU"/>
              <a:t> enter </a:t>
            </a:r>
            <a:r>
              <a:rPr lang="hu-HU" err="1"/>
              <a:t>their</a:t>
            </a:r>
            <a:r>
              <a:rPr lang="hu-HU"/>
              <a:t> </a:t>
            </a:r>
            <a:r>
              <a:rPr lang="hu-HU" err="1"/>
              <a:t>full</a:t>
            </a:r>
            <a:r>
              <a:rPr lang="hu-HU"/>
              <a:t> </a:t>
            </a:r>
            <a:r>
              <a:rPr lang="hu-HU" err="1"/>
              <a:t>name</a:t>
            </a:r>
            <a:r>
              <a:rPr lang="hu-HU"/>
              <a:t>, </a:t>
            </a:r>
            <a:r>
              <a:rPr lang="hu-HU" err="1"/>
              <a:t>username</a:t>
            </a:r>
            <a:r>
              <a:rPr lang="hu-HU"/>
              <a:t>, email </a:t>
            </a:r>
            <a:r>
              <a:rPr lang="hu-HU" err="1"/>
              <a:t>address</a:t>
            </a:r>
            <a:r>
              <a:rPr lang="hu-HU"/>
              <a:t> and </a:t>
            </a:r>
            <a:r>
              <a:rPr lang="hu-HU" err="1"/>
              <a:t>password</a:t>
            </a:r>
            <a:r>
              <a:rPr lang="hu-HU"/>
              <a:t> </a:t>
            </a:r>
            <a:r>
              <a:rPr lang="hu-HU" err="1"/>
              <a:t>twice</a:t>
            </a:r>
            <a:r>
              <a:rPr lang="hu-HU"/>
              <a:t>. The </a:t>
            </a:r>
            <a:r>
              <a:rPr lang="hu-HU" err="1"/>
              <a:t>phone</a:t>
            </a:r>
            <a:r>
              <a:rPr lang="hu-HU"/>
              <a:t> </a:t>
            </a:r>
            <a:r>
              <a:rPr lang="hu-HU" err="1"/>
              <a:t>number</a:t>
            </a:r>
            <a:r>
              <a:rPr lang="hu-HU"/>
              <a:t> is </a:t>
            </a:r>
            <a:r>
              <a:rPr lang="hu-HU" err="1"/>
              <a:t>optional</a:t>
            </a:r>
            <a:r>
              <a:rPr lang="hu-HU"/>
              <a:t>.</a:t>
            </a:r>
          </a:p>
          <a:p>
            <a:pPr marL="171450" indent="-171450">
              <a:buFontTx/>
              <a:buChar char="-"/>
            </a:pPr>
            <a:r>
              <a:rPr lang="hu-HU" err="1"/>
              <a:t>With</a:t>
            </a:r>
            <a:r>
              <a:rPr lang="hu-HU"/>
              <a:t> </a:t>
            </a:r>
            <a:r>
              <a:rPr lang="hu-HU" err="1"/>
              <a:t>the</a:t>
            </a:r>
            <a:r>
              <a:rPr lang="hu-HU"/>
              <a:t> </a:t>
            </a:r>
            <a:r>
              <a:rPr lang="hu-HU" err="1"/>
              <a:t>small</a:t>
            </a:r>
            <a:r>
              <a:rPr lang="hu-HU"/>
              <a:t> </a:t>
            </a:r>
            <a:r>
              <a:rPr lang="hu-HU" err="1"/>
              <a:t>eye</a:t>
            </a:r>
            <a:r>
              <a:rPr lang="hu-HU"/>
              <a:t> </a:t>
            </a:r>
            <a:r>
              <a:rPr lang="hu-HU" err="1"/>
              <a:t>icon</a:t>
            </a:r>
            <a:r>
              <a:rPr lang="hu-HU"/>
              <a:t> </a:t>
            </a:r>
            <a:r>
              <a:rPr lang="hu-HU" err="1"/>
              <a:t>they</a:t>
            </a:r>
            <a:r>
              <a:rPr lang="hu-HU"/>
              <a:t> </a:t>
            </a:r>
            <a:r>
              <a:rPr lang="hu-HU" err="1"/>
              <a:t>can</a:t>
            </a:r>
            <a:r>
              <a:rPr lang="hu-HU"/>
              <a:t> </a:t>
            </a:r>
            <a:r>
              <a:rPr lang="hu-HU" err="1"/>
              <a:t>hide</a:t>
            </a:r>
            <a:r>
              <a:rPr lang="hu-HU"/>
              <a:t> and show </a:t>
            </a:r>
            <a:r>
              <a:rPr lang="hu-HU" err="1"/>
              <a:t>their</a:t>
            </a:r>
            <a:r>
              <a:rPr lang="hu-HU"/>
              <a:t> </a:t>
            </a:r>
            <a:r>
              <a:rPr lang="hu-HU" err="1"/>
              <a:t>password</a:t>
            </a:r>
            <a:r>
              <a:rPr lang="hu-HU"/>
              <a:t> in </a:t>
            </a:r>
            <a:r>
              <a:rPr lang="hu-HU" err="1"/>
              <a:t>case</a:t>
            </a:r>
            <a:r>
              <a:rPr lang="hu-HU"/>
              <a:t> </a:t>
            </a:r>
            <a:r>
              <a:rPr lang="hu-HU" err="1"/>
              <a:t>they</a:t>
            </a:r>
            <a:r>
              <a:rPr lang="hu-HU"/>
              <a:t> </a:t>
            </a:r>
            <a:r>
              <a:rPr lang="hu-HU" err="1"/>
              <a:t>want</a:t>
            </a:r>
            <a:r>
              <a:rPr lang="hu-HU"/>
              <a:t> </a:t>
            </a:r>
            <a:r>
              <a:rPr lang="hu-HU" err="1"/>
              <a:t>security</a:t>
            </a:r>
            <a:r>
              <a:rPr lang="hu-HU"/>
              <a:t> </a:t>
            </a:r>
            <a:r>
              <a:rPr lang="hu-HU" err="1"/>
              <a:t>or</a:t>
            </a:r>
            <a:r>
              <a:rPr lang="hu-HU"/>
              <a:t> </a:t>
            </a:r>
            <a:r>
              <a:rPr lang="hu-HU" err="1"/>
              <a:t>don’t</a:t>
            </a:r>
            <a:r>
              <a:rPr lang="hu-HU"/>
              <a:t> </a:t>
            </a:r>
            <a:r>
              <a:rPr lang="hu-HU" err="1"/>
              <a:t>know</a:t>
            </a:r>
            <a:r>
              <a:rPr lang="hu-HU"/>
              <a:t> </a:t>
            </a:r>
            <a:r>
              <a:rPr lang="hu-HU" err="1"/>
              <a:t>what</a:t>
            </a:r>
            <a:r>
              <a:rPr lang="hu-HU"/>
              <a:t> </a:t>
            </a:r>
            <a:r>
              <a:rPr lang="hu-HU" err="1"/>
              <a:t>they</a:t>
            </a:r>
            <a:r>
              <a:rPr lang="hu-HU"/>
              <a:t> </a:t>
            </a:r>
            <a:r>
              <a:rPr lang="hu-HU" err="1"/>
              <a:t>typed</a:t>
            </a:r>
            <a:r>
              <a:rPr lang="hu-HU"/>
              <a:t> in.</a:t>
            </a:r>
          </a:p>
          <a:p>
            <a:pPr marL="171450" indent="-171450">
              <a:buFontTx/>
              <a:buChar char="-"/>
            </a:pPr>
            <a:r>
              <a:rPr lang="hu-HU" err="1"/>
              <a:t>On</a:t>
            </a:r>
            <a:r>
              <a:rPr lang="hu-HU"/>
              <a:t> </a:t>
            </a:r>
            <a:r>
              <a:rPr lang="hu-HU" err="1"/>
              <a:t>the</a:t>
            </a:r>
            <a:r>
              <a:rPr lang="hu-HU"/>
              <a:t> Login </a:t>
            </a:r>
            <a:r>
              <a:rPr lang="hu-HU" err="1"/>
              <a:t>page</a:t>
            </a:r>
            <a:r>
              <a:rPr lang="hu-HU"/>
              <a:t> </a:t>
            </a:r>
            <a:r>
              <a:rPr lang="hu-HU" err="1"/>
              <a:t>they</a:t>
            </a:r>
            <a:r>
              <a:rPr lang="hu-HU"/>
              <a:t> </a:t>
            </a:r>
            <a:r>
              <a:rPr lang="hu-HU" err="1"/>
              <a:t>should</a:t>
            </a:r>
            <a:r>
              <a:rPr lang="hu-HU"/>
              <a:t> enter </a:t>
            </a:r>
            <a:r>
              <a:rPr lang="hu-HU" err="1"/>
              <a:t>their</a:t>
            </a:r>
            <a:r>
              <a:rPr lang="hu-HU"/>
              <a:t> </a:t>
            </a:r>
            <a:r>
              <a:rPr lang="hu-HU" err="1"/>
              <a:t>username</a:t>
            </a:r>
            <a:r>
              <a:rPr lang="hu-HU"/>
              <a:t> and </a:t>
            </a:r>
            <a:r>
              <a:rPr lang="hu-HU" err="1"/>
              <a:t>password</a:t>
            </a:r>
            <a:r>
              <a:rPr lang="hu-HU"/>
              <a:t> </a:t>
            </a:r>
            <a:r>
              <a:rPr lang="hu-HU" err="1"/>
              <a:t>to</a:t>
            </a:r>
            <a:r>
              <a:rPr lang="hu-HU"/>
              <a:t> </a:t>
            </a:r>
            <a:r>
              <a:rPr lang="hu-HU" err="1"/>
              <a:t>access</a:t>
            </a:r>
            <a:r>
              <a:rPr lang="hu-HU"/>
              <a:t> </a:t>
            </a:r>
            <a:r>
              <a:rPr lang="hu-HU" err="1"/>
              <a:t>to</a:t>
            </a:r>
            <a:r>
              <a:rPr lang="hu-HU"/>
              <a:t> </a:t>
            </a:r>
            <a:r>
              <a:rPr lang="hu-HU" err="1"/>
              <a:t>their</a:t>
            </a:r>
            <a:r>
              <a:rPr lang="hu-HU"/>
              <a:t> </a:t>
            </a:r>
            <a:r>
              <a:rPr lang="hu-HU" err="1"/>
              <a:t>car</a:t>
            </a:r>
            <a:r>
              <a:rPr lang="hu-HU"/>
              <a:t> and </a:t>
            </a:r>
            <a:r>
              <a:rPr lang="hu-HU" err="1"/>
              <a:t>could</a:t>
            </a:r>
            <a:r>
              <a:rPr lang="hu-HU"/>
              <a:t> </a:t>
            </a:r>
            <a:r>
              <a:rPr lang="hu-HU" err="1"/>
              <a:t>book</a:t>
            </a:r>
            <a:r>
              <a:rPr lang="hu-HU"/>
              <a:t> </a:t>
            </a:r>
            <a:r>
              <a:rPr lang="hu-HU" err="1"/>
              <a:t>new</a:t>
            </a:r>
            <a:r>
              <a:rPr lang="hu-HU"/>
              <a:t> services.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468BD-90ED-4482-99D5-56FB678B8A8E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617882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hu-HU"/>
              <a:t>Előző javítások és aktív szolgáltatások megtekintése</a:t>
            </a:r>
          </a:p>
          <a:p>
            <a:pPr marL="171450" indent="-171450">
              <a:buFontTx/>
              <a:buChar char="-"/>
            </a:pPr>
            <a:r>
              <a:rPr lang="hu-HU"/>
              <a:t>Rendszám módosítása</a:t>
            </a:r>
          </a:p>
          <a:p>
            <a:pPr marL="171450" indent="-171450">
              <a:buFontTx/>
              <a:buChar char="-"/>
            </a:pPr>
            <a:r>
              <a:rPr lang="hu-HU"/>
              <a:t>Törlés</a:t>
            </a:r>
          </a:p>
          <a:p>
            <a:pPr marL="628650" lvl="1" indent="-171450">
              <a:buFontTx/>
              <a:buChar char="-"/>
            </a:pPr>
            <a:r>
              <a:rPr lang="hu-HU"/>
              <a:t>Nem töröl, csak autó és felhasználó táblában rekordot</a:t>
            </a:r>
          </a:p>
          <a:p>
            <a:pPr marL="171450" lvl="0" indent="-171450">
              <a:buFontTx/>
              <a:buChar char="-"/>
            </a:pPr>
            <a:r>
              <a:rPr lang="hu-HU"/>
              <a:t>Új autó</a:t>
            </a:r>
          </a:p>
          <a:p>
            <a:pPr marL="628650" lvl="1" indent="-171450">
              <a:buFontTx/>
              <a:buChar char="-"/>
            </a:pPr>
            <a:r>
              <a:rPr lang="hu-HU"/>
              <a:t>Rendszám, márka, típus</a:t>
            </a:r>
          </a:p>
          <a:p>
            <a:pPr marL="628650" lvl="1" indent="-171450">
              <a:buFontTx/>
              <a:buChar char="-"/>
            </a:pPr>
            <a:r>
              <a:rPr lang="hu-HU"/>
              <a:t>Előző javítások, ha van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468BD-90ED-4482-99D5-56FB678B8A8E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81729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hu-HU"/>
              <a:t>Ilyenkor törölni nem lehet</a:t>
            </a:r>
          </a:p>
          <a:p>
            <a:pPr marL="171450" indent="-171450">
              <a:buFontTx/>
              <a:buChar char="-"/>
            </a:pPr>
            <a:r>
              <a:rPr lang="hu-HU"/>
              <a:t>Véglegesítés vagy folyamat megszakítása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468BD-90ED-4482-99D5-56FB678B8A8E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91769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hu-HU"/>
              <a:t>Szolgáltatás kiválasztása -&gt; jobb oldali kép</a:t>
            </a:r>
          </a:p>
          <a:p>
            <a:pPr marL="171450" indent="-171450">
              <a:buFontTx/>
              <a:buChar char="-"/>
            </a:pPr>
            <a:r>
              <a:rPr lang="hu-HU"/>
              <a:t>Oldal alján kis kártyában még egyszer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468BD-90ED-4482-99D5-56FB678B8A8E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868830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hu-HU"/>
              <a:t>Mobil nézetben nincsenek képek, 768px felett már igen</a:t>
            </a:r>
          </a:p>
          <a:p>
            <a:pPr marL="171450" indent="-171450">
              <a:buFontTx/>
              <a:buChar char="-"/>
            </a:pPr>
            <a:r>
              <a:rPr lang="hu-HU"/>
              <a:t>Hamburger menü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468BD-90ED-4482-99D5-56FB678B8A8E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85562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Az </a:t>
            </a:r>
            <a:r>
              <a:rPr lang="hu-HU" b="1"/>
              <a:t>asztali alkalmazásunk</a:t>
            </a:r>
            <a:r>
              <a:rPr lang="hu-HU"/>
              <a:t> egy átfogó karbantartási és szervizadminisztrációs rendszer, amely kifejezetten autószervizek számára készült. Célja, hogy </a:t>
            </a:r>
            <a:r>
              <a:rPr lang="hu-HU" b="1"/>
              <a:t>teljes körűen támogassa a szerelések lebonyolítását</a:t>
            </a:r>
            <a:r>
              <a:rPr lang="hu-HU"/>
              <a:t>, valamint hogy </a:t>
            </a:r>
            <a:r>
              <a:rPr lang="hu-HU" b="1"/>
              <a:t>egységes felületen kezelhetővé tegye az összes szervizzel kapcsolatos adatot</a:t>
            </a:r>
            <a:r>
              <a:rPr lang="hu-HU"/>
              <a:t>.</a:t>
            </a:r>
          </a:p>
          <a:p>
            <a:pPr>
              <a:buNone/>
            </a:pPr>
            <a:r>
              <a:rPr lang="hu-HU"/>
              <a:t>A rendszer </a:t>
            </a:r>
            <a:r>
              <a:rPr lang="hu-HU" b="1"/>
              <a:t>két fő felhasználói szerepkört</a:t>
            </a:r>
            <a:r>
              <a:rPr lang="hu-HU"/>
              <a:t> különböztet meg: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b="1"/>
              <a:t>Szerelők</a:t>
            </a:r>
            <a:r>
              <a:rPr lang="hu-HU"/>
              <a:t>, akiknek a </a:t>
            </a:r>
            <a:r>
              <a:rPr lang="hu-HU" err="1"/>
              <a:t>munkájukatok</a:t>
            </a:r>
            <a:r>
              <a:rPr lang="hu-HU"/>
              <a:t> könnyíti a rendszerünk, ezen belül </a:t>
            </a:r>
            <a:r>
              <a:rPr lang="hu-HU" err="1"/>
              <a:t>pl</a:t>
            </a:r>
            <a:r>
              <a:rPr lang="hu-HU"/>
              <a:t> alkatrész rendelési igényeket küldhetnek be, és hozzáadhatnak új járműveket a rendszerhez.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b="1"/>
              <a:t>Adminisztrátorok</a:t>
            </a:r>
            <a:r>
              <a:rPr lang="hu-HU"/>
              <a:t>, akik teljes hozzáféréssel rendelkeznek: ők kezelhetik a teljes adatbázist, módosíthatnak mindent, jóváhagyhatják vagy elutasíthatják a rendeléseket, valamint új típusokat és márkákat vehetnek fel.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468BD-90ED-4482-99D5-56FB678B8A8E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046577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GB" b="1" err="1"/>
              <a:t>Bejelentkezés</a:t>
            </a:r>
            <a:r>
              <a:rPr lang="hu-HU" b="1"/>
              <a:t>i</a:t>
            </a:r>
            <a:r>
              <a:rPr lang="en-GB" b="1"/>
              <a:t> </a:t>
            </a:r>
            <a:r>
              <a:rPr lang="en-GB" b="1" err="1"/>
              <a:t>felület</a:t>
            </a:r>
            <a:endParaRPr lang="en-GB"/>
          </a:p>
          <a:p>
            <a:r>
              <a:rPr lang="en-GB"/>
              <a:t>A </a:t>
            </a:r>
            <a:r>
              <a:rPr lang="en-GB" err="1"/>
              <a:t>rendszerbe</a:t>
            </a:r>
            <a:r>
              <a:rPr lang="en-GB"/>
              <a:t> </a:t>
            </a:r>
            <a:r>
              <a:rPr lang="en-GB" err="1"/>
              <a:t>való</a:t>
            </a:r>
            <a:r>
              <a:rPr lang="en-GB"/>
              <a:t> </a:t>
            </a:r>
            <a:r>
              <a:rPr lang="en-GB" err="1"/>
              <a:t>belépéshez</a:t>
            </a:r>
            <a:r>
              <a:rPr lang="en-GB"/>
              <a:t> a </a:t>
            </a:r>
            <a:r>
              <a:rPr lang="en-GB" err="1"/>
              <a:t>felhasználónév</a:t>
            </a:r>
            <a:r>
              <a:rPr lang="en-GB"/>
              <a:t> </a:t>
            </a:r>
            <a:r>
              <a:rPr lang="en-GB" err="1"/>
              <a:t>és</a:t>
            </a:r>
            <a:r>
              <a:rPr lang="en-GB"/>
              <a:t> a </a:t>
            </a:r>
            <a:r>
              <a:rPr lang="en-GB" err="1"/>
              <a:t>jelszó</a:t>
            </a:r>
            <a:r>
              <a:rPr lang="en-GB"/>
              <a:t> </a:t>
            </a:r>
            <a:r>
              <a:rPr lang="en-GB" err="1"/>
              <a:t>megadása</a:t>
            </a:r>
            <a:r>
              <a:rPr lang="en-GB"/>
              <a:t> </a:t>
            </a:r>
            <a:r>
              <a:rPr lang="en-GB" err="1"/>
              <a:t>szükséges</a:t>
            </a:r>
            <a:r>
              <a:rPr lang="en-GB"/>
              <a:t>. A </a:t>
            </a:r>
            <a:r>
              <a:rPr lang="en-GB" err="1"/>
              <a:t>képen</a:t>
            </a:r>
            <a:r>
              <a:rPr lang="en-GB"/>
              <a:t> </a:t>
            </a:r>
            <a:r>
              <a:rPr lang="en-GB" err="1"/>
              <a:t>látható</a:t>
            </a:r>
            <a:r>
              <a:rPr lang="en-GB"/>
              <a:t> </a:t>
            </a:r>
            <a:r>
              <a:rPr lang="en-GB" err="1"/>
              <a:t>példában</a:t>
            </a:r>
            <a:r>
              <a:rPr lang="en-GB"/>
              <a:t> </a:t>
            </a:r>
            <a:r>
              <a:rPr lang="en-GB" err="1"/>
              <a:t>az</a:t>
            </a:r>
            <a:r>
              <a:rPr lang="en-GB"/>
              <a:t> </a:t>
            </a:r>
            <a:r>
              <a:rPr lang="en-GB" err="1"/>
              <a:t>adminisztrátor</a:t>
            </a:r>
            <a:r>
              <a:rPr lang="en-GB"/>
              <a:t> („admin”) </a:t>
            </a:r>
            <a:r>
              <a:rPr lang="hu-HU"/>
              <a:t>készül</a:t>
            </a:r>
            <a:r>
              <a:rPr lang="en-GB"/>
              <a:t> </a:t>
            </a:r>
            <a:r>
              <a:rPr lang="en-GB" err="1"/>
              <a:t>bejelentkez</a:t>
            </a:r>
            <a:r>
              <a:rPr lang="hu-HU"/>
              <a:t>ni</a:t>
            </a:r>
            <a:r>
              <a:rPr lang="en-GB"/>
              <a:t>. A </a:t>
            </a:r>
            <a:r>
              <a:rPr lang="en-GB" err="1"/>
              <a:t>jelszó</a:t>
            </a:r>
            <a:r>
              <a:rPr lang="en-GB"/>
              <a:t> </a:t>
            </a:r>
            <a:r>
              <a:rPr lang="en-GB" err="1"/>
              <a:t>biztonságosan</a:t>
            </a:r>
            <a:r>
              <a:rPr lang="en-GB"/>
              <a:t>, </a:t>
            </a:r>
            <a:r>
              <a:rPr lang="en-GB" err="1"/>
              <a:t>rejtve</a:t>
            </a:r>
            <a:r>
              <a:rPr lang="en-GB"/>
              <a:t> </a:t>
            </a:r>
            <a:r>
              <a:rPr lang="en-GB" err="1"/>
              <a:t>jelenik</a:t>
            </a:r>
            <a:r>
              <a:rPr lang="en-GB"/>
              <a:t> meg.</a:t>
            </a:r>
            <a:br>
              <a:rPr lang="en-GB"/>
            </a:br>
            <a:r>
              <a:rPr lang="en-GB"/>
              <a:t>A </a:t>
            </a:r>
            <a:r>
              <a:rPr lang="en-GB" err="1"/>
              <a:t>bejelentkezést</a:t>
            </a:r>
            <a:r>
              <a:rPr lang="en-GB"/>
              <a:t> a </a:t>
            </a:r>
            <a:r>
              <a:rPr lang="en-GB" b="1"/>
              <a:t>„</a:t>
            </a:r>
            <a:r>
              <a:rPr lang="en-GB" b="1" err="1"/>
              <a:t>Tovább</a:t>
            </a:r>
            <a:r>
              <a:rPr lang="en-GB" b="1"/>
              <a:t>”</a:t>
            </a:r>
            <a:r>
              <a:rPr lang="en-GB"/>
              <a:t> </a:t>
            </a:r>
            <a:r>
              <a:rPr lang="en-GB" err="1"/>
              <a:t>gombra</a:t>
            </a:r>
            <a:r>
              <a:rPr lang="en-GB"/>
              <a:t> </a:t>
            </a:r>
            <a:r>
              <a:rPr lang="en-GB" err="1"/>
              <a:t>kattintva</a:t>
            </a:r>
            <a:r>
              <a:rPr lang="en-GB"/>
              <a:t> </a:t>
            </a:r>
            <a:r>
              <a:rPr lang="en-GB" err="1"/>
              <a:t>lehet</a:t>
            </a:r>
            <a:r>
              <a:rPr lang="en-GB"/>
              <a:t> </a:t>
            </a:r>
            <a:r>
              <a:rPr lang="en-GB" err="1"/>
              <a:t>végrehajtani</a:t>
            </a:r>
            <a:r>
              <a:rPr lang="en-GB"/>
              <a:t>, </a:t>
            </a:r>
            <a:r>
              <a:rPr lang="en-GB" err="1"/>
              <a:t>míg</a:t>
            </a:r>
            <a:r>
              <a:rPr lang="en-GB"/>
              <a:t> a </a:t>
            </a:r>
            <a:r>
              <a:rPr lang="en-GB" b="1"/>
              <a:t>„</a:t>
            </a:r>
            <a:r>
              <a:rPr lang="en-GB" b="1" err="1"/>
              <a:t>Mégse</a:t>
            </a:r>
            <a:r>
              <a:rPr lang="en-GB" b="1"/>
              <a:t>”</a:t>
            </a:r>
            <a:r>
              <a:rPr lang="en-GB"/>
              <a:t> </a:t>
            </a:r>
            <a:r>
              <a:rPr lang="en-GB" err="1"/>
              <a:t>gombbal</a:t>
            </a:r>
            <a:r>
              <a:rPr lang="en-GB"/>
              <a:t> a </a:t>
            </a:r>
            <a:r>
              <a:rPr lang="en-GB" err="1"/>
              <a:t>folyamat</a:t>
            </a:r>
            <a:r>
              <a:rPr lang="en-GB"/>
              <a:t> </a:t>
            </a:r>
            <a:r>
              <a:rPr lang="en-GB" err="1"/>
              <a:t>megszakítható</a:t>
            </a:r>
            <a:r>
              <a:rPr lang="hu-HU"/>
              <a:t> és a program leáll</a:t>
            </a:r>
            <a:r>
              <a:rPr lang="en-GB"/>
              <a:t>. A </a:t>
            </a:r>
            <a:r>
              <a:rPr lang="en-GB" err="1"/>
              <a:t>felület</a:t>
            </a:r>
            <a:r>
              <a:rPr lang="en-GB"/>
              <a:t> </a:t>
            </a:r>
            <a:r>
              <a:rPr lang="en-GB" err="1"/>
              <a:t>letisztult</a:t>
            </a:r>
            <a:r>
              <a:rPr lang="en-GB"/>
              <a:t>, </a:t>
            </a:r>
            <a:r>
              <a:rPr lang="en-GB" err="1"/>
              <a:t>jól</a:t>
            </a:r>
            <a:r>
              <a:rPr lang="en-GB"/>
              <a:t> </a:t>
            </a:r>
            <a:r>
              <a:rPr lang="en-GB" err="1"/>
              <a:t>elkülönülő</a:t>
            </a:r>
            <a:r>
              <a:rPr lang="en-GB"/>
              <a:t> </a:t>
            </a:r>
            <a:r>
              <a:rPr lang="en-GB" err="1"/>
              <a:t>ikonokat</a:t>
            </a:r>
            <a:r>
              <a:rPr lang="en-GB"/>
              <a:t> </a:t>
            </a:r>
            <a:r>
              <a:rPr lang="en-GB" err="1"/>
              <a:t>és</a:t>
            </a:r>
            <a:r>
              <a:rPr lang="en-GB"/>
              <a:t> </a:t>
            </a:r>
            <a:r>
              <a:rPr lang="en-GB" err="1"/>
              <a:t>színeket</a:t>
            </a:r>
            <a:r>
              <a:rPr lang="en-GB"/>
              <a:t> </a:t>
            </a:r>
            <a:r>
              <a:rPr lang="en-GB" err="1"/>
              <a:t>használ</a:t>
            </a:r>
            <a:r>
              <a:rPr lang="en-GB"/>
              <a:t> a </a:t>
            </a:r>
            <a:r>
              <a:rPr lang="hu-HU"/>
              <a:t>könnyű használat </a:t>
            </a:r>
            <a:r>
              <a:rPr lang="en-GB" err="1"/>
              <a:t>érdekében</a:t>
            </a:r>
            <a:r>
              <a:rPr lang="en-GB"/>
              <a:t>.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468BD-90ED-4482-99D5-56FB678B8A8E}" type="slidenum">
              <a:rPr lang="hu-HU" smtClean="0"/>
              <a:t>15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643620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hu-HU" b="1"/>
              <a:t>Ügyfelek kezelése</a:t>
            </a:r>
            <a:endParaRPr lang="hu-HU"/>
          </a:p>
          <a:p>
            <a:pPr>
              <a:buNone/>
            </a:pPr>
            <a:r>
              <a:rPr lang="hu-HU"/>
              <a:t>Az admin felület bal oldali menüsorában az </a:t>
            </a:r>
            <a:r>
              <a:rPr lang="hu-HU" b="1"/>
              <a:t>„Ügyfelek”</a:t>
            </a:r>
            <a:r>
              <a:rPr lang="hu-HU"/>
              <a:t> menüpontra kattintva jelenik meg az ügyfelek listája. A középső táblázatban a rendszerben szereplő ügyfelek adatai láthatók: név, telefonszám, e-mail és cím. A keresőmező segítségével gyorsan rákereshetünk egy adott ügyfélre.</a:t>
            </a:r>
          </a:p>
          <a:p>
            <a:pPr>
              <a:buNone/>
            </a:pPr>
            <a:r>
              <a:rPr lang="hu-HU"/>
              <a:t>Az alsó menüsorban elérhető funkciók közül az ügyfél </a:t>
            </a:r>
            <a:r>
              <a:rPr lang="hu-HU" err="1"/>
              <a:t>módostása</a:t>
            </a:r>
            <a:r>
              <a:rPr lang="hu-HU"/>
              <a:t> csak admin üzemmódban használható. Szerelői felületen is elérhető csak a többi funkció érhető el amelyek: az új ügyfél rögzítése abban az esetben, ha az illető közvetlenül a </a:t>
            </a:r>
            <a:r>
              <a:rPr lang="hu-HU" b="1"/>
              <a:t>szervizbe</a:t>
            </a:r>
            <a:r>
              <a:rPr lang="hu-HU"/>
              <a:t> érkezik, illetve elérhető az ügyfélhez tartozó járművek listája, valamint lehetőség van egy jármű ügyfélhez való csatolására is.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468BD-90ED-4482-99D5-56FB678B8A8E}" type="slidenum">
              <a:rPr lang="hu-HU" smtClean="0"/>
              <a:t>16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525126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hu-HU" b="1"/>
              <a:t>Járművek kezelése</a:t>
            </a:r>
            <a:endParaRPr lang="hu-HU"/>
          </a:p>
          <a:p>
            <a:pPr>
              <a:buNone/>
            </a:pPr>
            <a:r>
              <a:rPr lang="hu-HU"/>
              <a:t>A </a:t>
            </a:r>
            <a:r>
              <a:rPr lang="hu-HU" b="1"/>
              <a:t>„Járművek”</a:t>
            </a:r>
            <a:r>
              <a:rPr lang="hu-HU"/>
              <a:t> menüpontban megtekinthetők az adatbázisban szereplő autók. A táblázat oszlopai között szerepel: rendszám, típus, márka, hibakód, sablon, gyártási év, motoradatok, alvázadatok és előző javítások. A keresőmező lehetővé teszi, hogy gyorsan megtaláljuk a kívánt járművet.</a:t>
            </a:r>
          </a:p>
          <a:p>
            <a:pPr>
              <a:buNone/>
            </a:pPr>
            <a:r>
              <a:rPr lang="en-GB"/>
              <a:t>Az </a:t>
            </a:r>
            <a:r>
              <a:rPr lang="en-GB" err="1"/>
              <a:t>alsó</a:t>
            </a:r>
            <a:r>
              <a:rPr lang="en-GB"/>
              <a:t> </a:t>
            </a:r>
            <a:r>
              <a:rPr lang="en-GB" err="1"/>
              <a:t>menüsorban</a:t>
            </a:r>
            <a:r>
              <a:rPr lang="en-GB"/>
              <a:t> </a:t>
            </a:r>
            <a:r>
              <a:rPr lang="en-GB" err="1"/>
              <a:t>elérhető</a:t>
            </a:r>
            <a:r>
              <a:rPr lang="en-GB"/>
              <a:t> </a:t>
            </a:r>
            <a:r>
              <a:rPr lang="en-GB" b="1"/>
              <a:t>„</a:t>
            </a:r>
            <a:r>
              <a:rPr lang="en-GB" b="1" err="1"/>
              <a:t>Új</a:t>
            </a:r>
            <a:r>
              <a:rPr lang="en-GB" b="1"/>
              <a:t> </a:t>
            </a:r>
            <a:r>
              <a:rPr lang="en-GB" b="1" err="1"/>
              <a:t>hozzáadása</a:t>
            </a:r>
            <a:r>
              <a:rPr lang="en-GB" b="1"/>
              <a:t>”</a:t>
            </a:r>
            <a:r>
              <a:rPr lang="en-GB"/>
              <a:t> </a:t>
            </a:r>
            <a:r>
              <a:rPr lang="en-GB" err="1"/>
              <a:t>és</a:t>
            </a:r>
            <a:r>
              <a:rPr lang="en-GB"/>
              <a:t> </a:t>
            </a:r>
            <a:r>
              <a:rPr lang="en-GB" b="1"/>
              <a:t>„</a:t>
            </a:r>
            <a:r>
              <a:rPr lang="en-GB" b="1" err="1"/>
              <a:t>Módosítás</a:t>
            </a:r>
            <a:r>
              <a:rPr lang="en-GB" b="1"/>
              <a:t>”</a:t>
            </a:r>
            <a:r>
              <a:rPr lang="en-GB"/>
              <a:t> </a:t>
            </a:r>
            <a:r>
              <a:rPr lang="en-GB" err="1"/>
              <a:t>funkciók</a:t>
            </a:r>
            <a:r>
              <a:rPr lang="en-GB"/>
              <a:t> </a:t>
            </a:r>
            <a:r>
              <a:rPr lang="en-GB" b="1"/>
              <a:t>mind </a:t>
            </a:r>
            <a:r>
              <a:rPr lang="en-GB" b="1" err="1"/>
              <a:t>adminisztrátori</a:t>
            </a:r>
            <a:r>
              <a:rPr lang="en-GB" b="1"/>
              <a:t>, mind </a:t>
            </a:r>
            <a:r>
              <a:rPr lang="en-GB" b="1" err="1"/>
              <a:t>szerelői</a:t>
            </a:r>
            <a:r>
              <a:rPr lang="en-GB" b="1"/>
              <a:t> </a:t>
            </a:r>
            <a:r>
              <a:rPr lang="en-GB" b="1" err="1"/>
              <a:t>felületen</a:t>
            </a:r>
            <a:r>
              <a:rPr lang="en-GB" b="1"/>
              <a:t> </a:t>
            </a:r>
            <a:r>
              <a:rPr lang="en-GB" b="1" err="1"/>
              <a:t>elérhetők</a:t>
            </a:r>
            <a:r>
              <a:rPr lang="en-GB"/>
              <a:t>, </a:t>
            </a:r>
            <a:r>
              <a:rPr lang="en-GB" err="1"/>
              <a:t>így</a:t>
            </a:r>
            <a:r>
              <a:rPr lang="en-GB"/>
              <a:t> a </a:t>
            </a:r>
            <a:r>
              <a:rPr lang="en-GB" err="1"/>
              <a:t>szervizben</a:t>
            </a:r>
            <a:r>
              <a:rPr lang="en-GB"/>
              <a:t> </a:t>
            </a:r>
            <a:r>
              <a:rPr lang="en-GB" err="1"/>
              <a:t>dolgozók</a:t>
            </a:r>
            <a:r>
              <a:rPr lang="en-GB"/>
              <a:t> is </a:t>
            </a:r>
            <a:r>
              <a:rPr lang="en-GB" err="1"/>
              <a:t>rögzíthetik</a:t>
            </a:r>
            <a:r>
              <a:rPr lang="en-GB"/>
              <a:t> </a:t>
            </a:r>
            <a:r>
              <a:rPr lang="en-GB" err="1"/>
              <a:t>vagy</a:t>
            </a:r>
            <a:r>
              <a:rPr lang="en-GB"/>
              <a:t> </a:t>
            </a:r>
            <a:r>
              <a:rPr lang="en-GB" err="1"/>
              <a:t>frissíthetik</a:t>
            </a:r>
            <a:r>
              <a:rPr lang="en-GB"/>
              <a:t> </a:t>
            </a:r>
            <a:r>
              <a:rPr lang="en-GB" err="1"/>
              <a:t>az</a:t>
            </a:r>
            <a:r>
              <a:rPr lang="en-GB"/>
              <a:t> </a:t>
            </a:r>
            <a:r>
              <a:rPr lang="en-GB" err="1"/>
              <a:t>autók</a:t>
            </a:r>
            <a:r>
              <a:rPr lang="en-GB"/>
              <a:t> </a:t>
            </a:r>
            <a:r>
              <a:rPr lang="en-GB" err="1"/>
              <a:t>adatait</a:t>
            </a:r>
            <a:r>
              <a:rPr lang="en-GB"/>
              <a:t> </a:t>
            </a:r>
            <a:r>
              <a:rPr lang="en-GB" err="1"/>
              <a:t>szükség</a:t>
            </a:r>
            <a:r>
              <a:rPr lang="en-GB"/>
              <a:t> </a:t>
            </a:r>
            <a:r>
              <a:rPr lang="en-GB" err="1"/>
              <a:t>esetén</a:t>
            </a:r>
            <a:r>
              <a:rPr lang="en-GB"/>
              <a:t>.</a:t>
            </a:r>
          </a:p>
          <a:p>
            <a:r>
              <a:rPr lang="en-GB" err="1"/>
              <a:t>Ez</a:t>
            </a:r>
            <a:r>
              <a:rPr lang="en-GB"/>
              <a:t> </a:t>
            </a:r>
            <a:r>
              <a:rPr lang="en-GB" err="1"/>
              <a:t>biztosítja</a:t>
            </a:r>
            <a:r>
              <a:rPr lang="en-GB"/>
              <a:t>, </a:t>
            </a:r>
            <a:r>
              <a:rPr lang="en-GB" err="1"/>
              <a:t>hogy</a:t>
            </a:r>
            <a:r>
              <a:rPr lang="en-GB"/>
              <a:t> </a:t>
            </a:r>
            <a:r>
              <a:rPr lang="en-GB" err="1"/>
              <a:t>az</a:t>
            </a:r>
            <a:r>
              <a:rPr lang="en-GB"/>
              <a:t> </a:t>
            </a:r>
            <a:r>
              <a:rPr lang="en-GB" err="1"/>
              <a:t>adatok</a:t>
            </a:r>
            <a:r>
              <a:rPr lang="en-GB"/>
              <a:t> </a:t>
            </a:r>
            <a:r>
              <a:rPr lang="en-GB" err="1"/>
              <a:t>naprakészen</a:t>
            </a:r>
            <a:r>
              <a:rPr lang="en-GB"/>
              <a:t> </a:t>
            </a:r>
            <a:r>
              <a:rPr lang="en-GB" err="1"/>
              <a:t>tarthatók</a:t>
            </a:r>
            <a:r>
              <a:rPr lang="en-GB"/>
              <a:t> </a:t>
            </a:r>
            <a:r>
              <a:rPr lang="en-GB" err="1"/>
              <a:t>akkor</a:t>
            </a:r>
            <a:r>
              <a:rPr lang="en-GB"/>
              <a:t> is, ha </a:t>
            </a:r>
            <a:r>
              <a:rPr lang="en-GB" err="1"/>
              <a:t>az</a:t>
            </a:r>
            <a:r>
              <a:rPr lang="en-GB"/>
              <a:t> </a:t>
            </a:r>
            <a:r>
              <a:rPr lang="en-GB" err="1"/>
              <a:t>ügyfél</a:t>
            </a:r>
            <a:r>
              <a:rPr lang="en-GB"/>
              <a:t> </a:t>
            </a:r>
            <a:r>
              <a:rPr lang="en-GB" err="1"/>
              <a:t>közvetlenül</a:t>
            </a:r>
            <a:r>
              <a:rPr lang="en-GB"/>
              <a:t> a </a:t>
            </a:r>
            <a:r>
              <a:rPr lang="en-GB" err="1"/>
              <a:t>szervizbe</a:t>
            </a:r>
            <a:r>
              <a:rPr lang="en-GB"/>
              <a:t> </a:t>
            </a:r>
            <a:r>
              <a:rPr lang="en-GB" err="1"/>
              <a:t>érkezik</a:t>
            </a:r>
            <a:r>
              <a:rPr lang="en-GB"/>
              <a:t> be.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468BD-90ED-4482-99D5-56FB678B8A8E}" type="slidenum">
              <a:rPr lang="hu-HU" smtClean="0"/>
              <a:t>17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794666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GB" b="1" err="1"/>
              <a:t>Alkatrészek</a:t>
            </a:r>
            <a:r>
              <a:rPr lang="en-GB" b="1"/>
              <a:t> </a:t>
            </a:r>
            <a:r>
              <a:rPr lang="en-GB" b="1" err="1"/>
              <a:t>kezelése</a:t>
            </a:r>
            <a:endParaRPr lang="en-GB"/>
          </a:p>
          <a:p>
            <a:pPr>
              <a:buNone/>
            </a:pPr>
            <a:r>
              <a:rPr lang="en-GB"/>
              <a:t>Az </a:t>
            </a:r>
            <a:r>
              <a:rPr lang="en-GB" b="1"/>
              <a:t>„</a:t>
            </a:r>
            <a:r>
              <a:rPr lang="en-GB" b="1" err="1"/>
              <a:t>Alkatrészek</a:t>
            </a:r>
            <a:r>
              <a:rPr lang="en-GB" b="1"/>
              <a:t>”</a:t>
            </a:r>
            <a:r>
              <a:rPr lang="en-GB"/>
              <a:t> </a:t>
            </a:r>
            <a:r>
              <a:rPr lang="en-GB" err="1"/>
              <a:t>menüpont</a:t>
            </a:r>
            <a:r>
              <a:rPr lang="en-GB"/>
              <a:t> </a:t>
            </a:r>
            <a:r>
              <a:rPr lang="en-GB" err="1"/>
              <a:t>alatt</a:t>
            </a:r>
            <a:r>
              <a:rPr lang="en-GB"/>
              <a:t> </a:t>
            </a:r>
            <a:r>
              <a:rPr lang="en-GB" err="1"/>
              <a:t>megjelennek</a:t>
            </a:r>
            <a:r>
              <a:rPr lang="en-GB"/>
              <a:t> </a:t>
            </a:r>
            <a:r>
              <a:rPr lang="en-GB" err="1"/>
              <a:t>az</a:t>
            </a:r>
            <a:r>
              <a:rPr lang="en-GB"/>
              <a:t> </a:t>
            </a:r>
            <a:r>
              <a:rPr lang="en-GB" err="1"/>
              <a:t>adatbázisban</a:t>
            </a:r>
            <a:r>
              <a:rPr lang="en-GB"/>
              <a:t> </a:t>
            </a:r>
            <a:r>
              <a:rPr lang="en-GB" err="1"/>
              <a:t>rögzített</a:t>
            </a:r>
            <a:r>
              <a:rPr lang="en-GB"/>
              <a:t> </a:t>
            </a:r>
            <a:r>
              <a:rPr lang="en-GB" err="1"/>
              <a:t>alkatrészek</a:t>
            </a:r>
            <a:r>
              <a:rPr lang="en-GB"/>
              <a:t> </a:t>
            </a:r>
            <a:r>
              <a:rPr lang="en-GB" err="1"/>
              <a:t>egy</a:t>
            </a:r>
            <a:r>
              <a:rPr lang="en-GB"/>
              <a:t> </a:t>
            </a:r>
            <a:r>
              <a:rPr lang="en-GB" err="1"/>
              <a:t>áttekinthető</a:t>
            </a:r>
            <a:r>
              <a:rPr lang="en-GB"/>
              <a:t> </a:t>
            </a:r>
            <a:r>
              <a:rPr lang="en-GB" err="1"/>
              <a:t>táblázatban</a:t>
            </a:r>
            <a:r>
              <a:rPr lang="en-GB"/>
              <a:t>. A </a:t>
            </a:r>
            <a:r>
              <a:rPr lang="en-GB" err="1"/>
              <a:t>felület</a:t>
            </a:r>
            <a:r>
              <a:rPr lang="en-GB"/>
              <a:t> </a:t>
            </a:r>
            <a:r>
              <a:rPr lang="en-GB" err="1"/>
              <a:t>tetején</a:t>
            </a:r>
            <a:r>
              <a:rPr lang="en-GB"/>
              <a:t> </a:t>
            </a:r>
            <a:r>
              <a:rPr lang="en-GB" err="1"/>
              <a:t>található</a:t>
            </a:r>
            <a:r>
              <a:rPr lang="en-GB"/>
              <a:t> </a:t>
            </a:r>
            <a:r>
              <a:rPr lang="en-GB" b="1" err="1"/>
              <a:t>keresőmező</a:t>
            </a:r>
            <a:r>
              <a:rPr lang="en-GB"/>
              <a:t> </a:t>
            </a:r>
            <a:r>
              <a:rPr lang="en-GB" err="1"/>
              <a:t>segítségével</a:t>
            </a:r>
            <a:r>
              <a:rPr lang="en-GB"/>
              <a:t> </a:t>
            </a:r>
            <a:r>
              <a:rPr lang="en-GB" err="1"/>
              <a:t>könnyen</a:t>
            </a:r>
            <a:r>
              <a:rPr lang="en-GB"/>
              <a:t> </a:t>
            </a:r>
            <a:r>
              <a:rPr lang="en-GB" err="1"/>
              <a:t>megkereshetünk</a:t>
            </a:r>
            <a:r>
              <a:rPr lang="en-GB"/>
              <a:t> </a:t>
            </a:r>
            <a:r>
              <a:rPr lang="en-GB" err="1"/>
              <a:t>egy</a:t>
            </a:r>
            <a:r>
              <a:rPr lang="en-GB"/>
              <a:t> </a:t>
            </a:r>
            <a:r>
              <a:rPr lang="en-GB" err="1"/>
              <a:t>konkrét</a:t>
            </a:r>
            <a:r>
              <a:rPr lang="en-GB"/>
              <a:t> </a:t>
            </a:r>
            <a:r>
              <a:rPr lang="en-GB" err="1"/>
              <a:t>alkatrészt</a:t>
            </a:r>
            <a:r>
              <a:rPr lang="en-GB"/>
              <a:t> </a:t>
            </a:r>
            <a:r>
              <a:rPr lang="en-GB" err="1"/>
              <a:t>név</a:t>
            </a:r>
            <a:r>
              <a:rPr lang="en-GB"/>
              <a:t> </a:t>
            </a:r>
            <a:r>
              <a:rPr lang="en-GB" err="1"/>
              <a:t>vagy</a:t>
            </a:r>
            <a:r>
              <a:rPr lang="en-GB"/>
              <a:t> </a:t>
            </a:r>
            <a:r>
              <a:rPr lang="en-GB" err="1"/>
              <a:t>más</a:t>
            </a:r>
            <a:r>
              <a:rPr lang="en-GB"/>
              <a:t> </a:t>
            </a:r>
            <a:r>
              <a:rPr lang="en-GB" err="1"/>
              <a:t>adat</a:t>
            </a:r>
            <a:r>
              <a:rPr lang="en-GB"/>
              <a:t> </a:t>
            </a:r>
            <a:r>
              <a:rPr lang="en-GB" err="1"/>
              <a:t>alapján</a:t>
            </a:r>
            <a:r>
              <a:rPr lang="en-GB"/>
              <a:t>.</a:t>
            </a:r>
          </a:p>
          <a:p>
            <a:pPr>
              <a:buNone/>
            </a:pPr>
            <a:r>
              <a:rPr lang="en-GB"/>
              <a:t>Az </a:t>
            </a:r>
            <a:r>
              <a:rPr lang="en-GB" b="1" err="1"/>
              <a:t>adminisztrátori</a:t>
            </a:r>
            <a:r>
              <a:rPr lang="en-GB" b="1"/>
              <a:t> </a:t>
            </a:r>
            <a:r>
              <a:rPr lang="en-GB" b="1" err="1"/>
              <a:t>felületen</a:t>
            </a:r>
            <a:r>
              <a:rPr lang="en-GB"/>
              <a:t> a </a:t>
            </a:r>
            <a:r>
              <a:rPr lang="en-GB" err="1"/>
              <a:t>következő</a:t>
            </a:r>
            <a:r>
              <a:rPr lang="en-GB"/>
              <a:t> </a:t>
            </a:r>
            <a:r>
              <a:rPr lang="en-GB" err="1"/>
              <a:t>funkciók</a:t>
            </a:r>
            <a:r>
              <a:rPr lang="en-GB"/>
              <a:t> </a:t>
            </a:r>
            <a:r>
              <a:rPr lang="en-GB" err="1"/>
              <a:t>érhetők</a:t>
            </a:r>
            <a:r>
              <a:rPr lang="en-GB"/>
              <a:t> </a:t>
            </a:r>
            <a:r>
              <a:rPr lang="en-GB" err="1"/>
              <a:t>el</a:t>
            </a:r>
            <a:r>
              <a:rPr lang="en-GB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err="1"/>
              <a:t>új</a:t>
            </a:r>
            <a:r>
              <a:rPr lang="en-GB"/>
              <a:t> </a:t>
            </a:r>
            <a:r>
              <a:rPr lang="en-GB" err="1"/>
              <a:t>alkatrész</a:t>
            </a:r>
            <a:r>
              <a:rPr lang="en-GB"/>
              <a:t> </a:t>
            </a:r>
            <a:r>
              <a:rPr lang="en-GB" err="1"/>
              <a:t>hozzáadása</a:t>
            </a:r>
            <a:endParaRPr lang="en-GB"/>
          </a:p>
          <a:p>
            <a:pPr>
              <a:buFont typeface="Arial" panose="020B0604020202020204" pitchFamily="34" charset="0"/>
              <a:buChar char="•"/>
            </a:pPr>
            <a:r>
              <a:rPr lang="en-GB" err="1"/>
              <a:t>meglévő</a:t>
            </a:r>
            <a:r>
              <a:rPr lang="en-GB"/>
              <a:t> </a:t>
            </a:r>
            <a:r>
              <a:rPr lang="en-GB" err="1"/>
              <a:t>alkatrész</a:t>
            </a:r>
            <a:r>
              <a:rPr lang="en-GB"/>
              <a:t> </a:t>
            </a:r>
            <a:r>
              <a:rPr lang="en-GB" err="1"/>
              <a:t>módosítása</a:t>
            </a:r>
            <a:endParaRPr lang="en-GB"/>
          </a:p>
          <a:p>
            <a:pPr>
              <a:buFont typeface="Arial" panose="020B0604020202020204" pitchFamily="34" charset="0"/>
              <a:buChar char="•"/>
            </a:pPr>
            <a:r>
              <a:rPr lang="en-GB" err="1"/>
              <a:t>rendelés</a:t>
            </a:r>
            <a:r>
              <a:rPr lang="en-GB"/>
              <a:t> </a:t>
            </a:r>
            <a:r>
              <a:rPr lang="en-GB" err="1"/>
              <a:t>kérvényezés</a:t>
            </a:r>
            <a:r>
              <a:rPr lang="en-GB"/>
              <a:t> </a:t>
            </a:r>
            <a:r>
              <a:rPr lang="en-GB" err="1"/>
              <a:t>kezelése</a:t>
            </a:r>
            <a:r>
              <a:rPr lang="en-GB"/>
              <a:t> (</a:t>
            </a:r>
            <a:r>
              <a:rPr lang="en-GB" err="1"/>
              <a:t>elfogadás</a:t>
            </a:r>
            <a:r>
              <a:rPr lang="en-GB"/>
              <a:t>/</a:t>
            </a:r>
            <a:r>
              <a:rPr lang="en-GB" err="1"/>
              <a:t>elutasítás</a:t>
            </a:r>
            <a:r>
              <a:rPr lang="en-GB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err="1"/>
              <a:t>készlet</a:t>
            </a:r>
            <a:r>
              <a:rPr lang="en-GB"/>
              <a:t> </a:t>
            </a:r>
            <a:r>
              <a:rPr lang="en-GB" err="1"/>
              <a:t>frissítése</a:t>
            </a:r>
            <a:r>
              <a:rPr lang="en-GB"/>
              <a:t> </a:t>
            </a:r>
            <a:r>
              <a:rPr lang="en-GB" err="1"/>
              <a:t>beérkezett</a:t>
            </a:r>
            <a:r>
              <a:rPr lang="en-GB"/>
              <a:t> </a:t>
            </a:r>
            <a:r>
              <a:rPr lang="en-GB" err="1"/>
              <a:t>rendelések</a:t>
            </a:r>
            <a:r>
              <a:rPr lang="en-GB"/>
              <a:t> </a:t>
            </a:r>
            <a:r>
              <a:rPr lang="en-GB" err="1"/>
              <a:t>alapján</a:t>
            </a:r>
            <a:endParaRPr lang="en-GB"/>
          </a:p>
          <a:p>
            <a:pPr>
              <a:buNone/>
            </a:pPr>
            <a:r>
              <a:rPr lang="en-GB"/>
              <a:t>A </a:t>
            </a:r>
            <a:r>
              <a:rPr lang="en-GB" b="1" err="1"/>
              <a:t>szerelői</a:t>
            </a:r>
            <a:r>
              <a:rPr lang="en-GB" b="1"/>
              <a:t> </a:t>
            </a:r>
            <a:r>
              <a:rPr lang="en-GB" b="1" err="1"/>
              <a:t>felületen</a:t>
            </a:r>
            <a:r>
              <a:rPr lang="en-GB"/>
              <a:t> </a:t>
            </a:r>
            <a:r>
              <a:rPr lang="en-GB" err="1"/>
              <a:t>kizárólag</a:t>
            </a:r>
            <a:r>
              <a:rPr lang="en-GB"/>
              <a:t> </a:t>
            </a:r>
            <a:r>
              <a:rPr lang="en-GB" b="1" err="1"/>
              <a:t>rendelés</a:t>
            </a:r>
            <a:r>
              <a:rPr lang="en-GB" b="1"/>
              <a:t> </a:t>
            </a:r>
            <a:r>
              <a:rPr lang="en-GB" b="1" err="1"/>
              <a:t>kérvényezésére</a:t>
            </a:r>
            <a:r>
              <a:rPr lang="en-GB" b="1"/>
              <a:t> van </a:t>
            </a:r>
            <a:r>
              <a:rPr lang="en-GB" b="1" err="1"/>
              <a:t>lehetőség</a:t>
            </a:r>
            <a:r>
              <a:rPr lang="en-GB"/>
              <a:t>. </a:t>
            </a:r>
            <a:r>
              <a:rPr lang="en-GB" err="1"/>
              <a:t>Ez</a:t>
            </a:r>
            <a:r>
              <a:rPr lang="en-GB"/>
              <a:t> </a:t>
            </a:r>
            <a:r>
              <a:rPr lang="en-GB" err="1"/>
              <a:t>azt</a:t>
            </a:r>
            <a:r>
              <a:rPr lang="en-GB"/>
              <a:t> </a:t>
            </a:r>
            <a:r>
              <a:rPr lang="en-GB" err="1"/>
              <a:t>jelenti</a:t>
            </a:r>
            <a:r>
              <a:rPr lang="en-GB"/>
              <a:t>, </a:t>
            </a:r>
            <a:r>
              <a:rPr lang="en-GB" err="1"/>
              <a:t>hogy</a:t>
            </a:r>
            <a:r>
              <a:rPr lang="en-GB"/>
              <a:t> a </a:t>
            </a:r>
            <a:r>
              <a:rPr lang="en-GB" err="1"/>
              <a:t>szerelő</a:t>
            </a:r>
            <a:r>
              <a:rPr lang="en-GB"/>
              <a:t> </a:t>
            </a:r>
            <a:r>
              <a:rPr lang="en-GB" err="1"/>
              <a:t>kiválaszt</a:t>
            </a:r>
            <a:r>
              <a:rPr lang="en-GB"/>
              <a:t> </a:t>
            </a:r>
            <a:r>
              <a:rPr lang="en-GB" err="1"/>
              <a:t>egy</a:t>
            </a:r>
            <a:r>
              <a:rPr lang="en-GB"/>
              <a:t> </a:t>
            </a:r>
            <a:r>
              <a:rPr lang="en-GB" err="1"/>
              <a:t>alkatrészt</a:t>
            </a:r>
            <a:r>
              <a:rPr lang="en-GB"/>
              <a:t>, </a:t>
            </a:r>
            <a:r>
              <a:rPr lang="en-GB" err="1"/>
              <a:t>és</a:t>
            </a:r>
            <a:r>
              <a:rPr lang="en-GB"/>
              <a:t> </a:t>
            </a:r>
            <a:r>
              <a:rPr lang="en-GB" err="1"/>
              <a:t>megadja</a:t>
            </a:r>
            <a:r>
              <a:rPr lang="en-GB"/>
              <a:t>, </a:t>
            </a:r>
            <a:r>
              <a:rPr lang="en-GB" err="1"/>
              <a:t>milyen</a:t>
            </a:r>
            <a:r>
              <a:rPr lang="en-GB"/>
              <a:t> </a:t>
            </a:r>
            <a:r>
              <a:rPr lang="en-GB" err="1"/>
              <a:t>mennyiségre</a:t>
            </a:r>
            <a:r>
              <a:rPr lang="en-GB"/>
              <a:t> </a:t>
            </a:r>
            <a:r>
              <a:rPr lang="en-GB" err="1"/>
              <a:t>lenne</a:t>
            </a:r>
            <a:r>
              <a:rPr lang="en-GB"/>
              <a:t> </a:t>
            </a:r>
            <a:r>
              <a:rPr lang="en-GB" err="1"/>
              <a:t>szüksége</a:t>
            </a:r>
            <a:r>
              <a:rPr lang="en-GB"/>
              <a:t>. </a:t>
            </a:r>
            <a:r>
              <a:rPr lang="en-GB" err="1"/>
              <a:t>Ezt</a:t>
            </a:r>
            <a:r>
              <a:rPr lang="en-GB"/>
              <a:t> a </a:t>
            </a:r>
            <a:r>
              <a:rPr lang="en-GB" err="1"/>
              <a:t>kérvényt</a:t>
            </a:r>
            <a:r>
              <a:rPr lang="en-GB"/>
              <a:t> </a:t>
            </a:r>
            <a:r>
              <a:rPr lang="en-GB" err="1"/>
              <a:t>az</a:t>
            </a:r>
            <a:r>
              <a:rPr lang="en-GB"/>
              <a:t> admin </a:t>
            </a:r>
            <a:r>
              <a:rPr lang="en-GB" err="1"/>
              <a:t>látja</a:t>
            </a:r>
            <a:r>
              <a:rPr lang="en-GB"/>
              <a:t> </a:t>
            </a:r>
            <a:r>
              <a:rPr lang="en-GB" err="1"/>
              <a:t>és</a:t>
            </a:r>
            <a:r>
              <a:rPr lang="en-GB"/>
              <a:t> </a:t>
            </a:r>
            <a:r>
              <a:rPr lang="en-GB" err="1"/>
              <a:t>bírálja</a:t>
            </a:r>
            <a:r>
              <a:rPr lang="en-GB"/>
              <a:t> el.</a:t>
            </a:r>
          </a:p>
          <a:p>
            <a:pPr>
              <a:buNone/>
            </a:pPr>
            <a:r>
              <a:rPr lang="en-GB" err="1"/>
              <a:t>Amennyiben</a:t>
            </a:r>
            <a:r>
              <a:rPr lang="en-GB"/>
              <a:t> </a:t>
            </a:r>
            <a:r>
              <a:rPr lang="en-GB" err="1"/>
              <a:t>az</a:t>
            </a:r>
            <a:r>
              <a:rPr lang="en-GB"/>
              <a:t> admin </a:t>
            </a:r>
            <a:r>
              <a:rPr lang="en-GB" err="1"/>
              <a:t>elfogadja</a:t>
            </a:r>
            <a:r>
              <a:rPr lang="en-GB"/>
              <a:t> a </a:t>
            </a:r>
            <a:r>
              <a:rPr lang="en-GB" err="1"/>
              <a:t>rendelési</a:t>
            </a:r>
            <a:r>
              <a:rPr lang="en-GB"/>
              <a:t> </a:t>
            </a:r>
            <a:r>
              <a:rPr lang="en-GB" err="1"/>
              <a:t>igényt</a:t>
            </a:r>
            <a:r>
              <a:rPr lang="en-GB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a </a:t>
            </a:r>
            <a:r>
              <a:rPr lang="en-GB" err="1"/>
              <a:t>megadott</a:t>
            </a:r>
            <a:r>
              <a:rPr lang="en-GB"/>
              <a:t> </a:t>
            </a:r>
            <a:r>
              <a:rPr lang="en-GB" err="1"/>
              <a:t>mennyiség</a:t>
            </a:r>
            <a:r>
              <a:rPr lang="en-GB"/>
              <a:t> </a:t>
            </a:r>
            <a:r>
              <a:rPr lang="en-GB" err="1"/>
              <a:t>hozzáadódik</a:t>
            </a:r>
            <a:r>
              <a:rPr lang="en-GB"/>
              <a:t> </a:t>
            </a:r>
            <a:r>
              <a:rPr lang="en-GB" err="1"/>
              <a:t>az</a:t>
            </a:r>
            <a:r>
              <a:rPr lang="en-GB"/>
              <a:t> </a:t>
            </a:r>
            <a:r>
              <a:rPr lang="en-GB" err="1"/>
              <a:t>adott</a:t>
            </a:r>
            <a:r>
              <a:rPr lang="en-GB"/>
              <a:t> </a:t>
            </a:r>
            <a:r>
              <a:rPr lang="en-GB" err="1"/>
              <a:t>alkatrész</a:t>
            </a:r>
            <a:r>
              <a:rPr lang="en-GB"/>
              <a:t> </a:t>
            </a:r>
            <a:r>
              <a:rPr lang="en-GB" err="1"/>
              <a:t>utánrendelési</a:t>
            </a:r>
            <a:r>
              <a:rPr lang="en-GB"/>
              <a:t> </a:t>
            </a:r>
            <a:r>
              <a:rPr lang="en-GB" err="1"/>
              <a:t>szintjéhez</a:t>
            </a:r>
            <a:endParaRPr lang="en-GB"/>
          </a:p>
          <a:p>
            <a:pPr>
              <a:buFont typeface="Arial" panose="020B0604020202020204" pitchFamily="34" charset="0"/>
              <a:buChar char="•"/>
            </a:pPr>
            <a:r>
              <a:rPr lang="en-GB" err="1"/>
              <a:t>amikor</a:t>
            </a:r>
            <a:r>
              <a:rPr lang="en-GB"/>
              <a:t> </a:t>
            </a:r>
            <a:r>
              <a:rPr lang="en-GB" err="1"/>
              <a:t>az</a:t>
            </a:r>
            <a:r>
              <a:rPr lang="en-GB"/>
              <a:t> </a:t>
            </a:r>
            <a:r>
              <a:rPr lang="en-GB" err="1"/>
              <a:t>alkatrész</a:t>
            </a:r>
            <a:r>
              <a:rPr lang="en-GB"/>
              <a:t> </a:t>
            </a:r>
            <a:r>
              <a:rPr lang="en-GB" err="1"/>
              <a:t>fizikailag</a:t>
            </a:r>
            <a:r>
              <a:rPr lang="en-GB"/>
              <a:t> </a:t>
            </a:r>
            <a:r>
              <a:rPr lang="en-GB" err="1"/>
              <a:t>beérkezik</a:t>
            </a:r>
            <a:r>
              <a:rPr lang="en-GB"/>
              <a:t>, </a:t>
            </a:r>
            <a:r>
              <a:rPr lang="en-GB" err="1"/>
              <a:t>az</a:t>
            </a:r>
            <a:r>
              <a:rPr lang="en-GB"/>
              <a:t> </a:t>
            </a:r>
            <a:r>
              <a:rPr lang="en-GB" b="1"/>
              <a:t>admin </a:t>
            </a:r>
            <a:r>
              <a:rPr lang="en-GB" b="1" err="1"/>
              <a:t>frissíti</a:t>
            </a:r>
            <a:r>
              <a:rPr lang="en-GB" b="1"/>
              <a:t> a </a:t>
            </a:r>
            <a:r>
              <a:rPr lang="en-GB" b="1" err="1"/>
              <a:t>készletet</a:t>
            </a:r>
            <a:r>
              <a:rPr lang="en-GB"/>
              <a:t> a „</a:t>
            </a:r>
            <a:r>
              <a:rPr lang="en-GB" err="1"/>
              <a:t>Módosítás</a:t>
            </a:r>
            <a:r>
              <a:rPr lang="en-GB"/>
              <a:t>” </a:t>
            </a:r>
            <a:r>
              <a:rPr lang="en-GB" err="1"/>
              <a:t>funkcióval</a:t>
            </a:r>
            <a:endParaRPr lang="en-GB"/>
          </a:p>
          <a:p>
            <a:r>
              <a:rPr lang="en-GB" err="1"/>
              <a:t>Ez</a:t>
            </a:r>
            <a:r>
              <a:rPr lang="en-GB"/>
              <a:t> a </a:t>
            </a:r>
            <a:r>
              <a:rPr lang="en-GB" err="1"/>
              <a:t>funkció</a:t>
            </a:r>
            <a:r>
              <a:rPr lang="en-GB"/>
              <a:t> </a:t>
            </a:r>
            <a:r>
              <a:rPr lang="en-GB" err="1"/>
              <a:t>biztosítja</a:t>
            </a:r>
            <a:r>
              <a:rPr lang="en-GB"/>
              <a:t>, </a:t>
            </a:r>
            <a:r>
              <a:rPr lang="en-GB" err="1"/>
              <a:t>hogy</a:t>
            </a:r>
            <a:r>
              <a:rPr lang="en-GB"/>
              <a:t> a </a:t>
            </a:r>
            <a:r>
              <a:rPr lang="en-GB" err="1"/>
              <a:t>szerelők</a:t>
            </a:r>
            <a:r>
              <a:rPr lang="en-GB"/>
              <a:t> </a:t>
            </a:r>
            <a:r>
              <a:rPr lang="en-GB" err="1"/>
              <a:t>könnyen</a:t>
            </a:r>
            <a:r>
              <a:rPr lang="en-GB"/>
              <a:t> </a:t>
            </a:r>
            <a:r>
              <a:rPr lang="en-GB" err="1"/>
              <a:t>jelezhetik</a:t>
            </a:r>
            <a:r>
              <a:rPr lang="en-GB"/>
              <a:t> </a:t>
            </a:r>
            <a:r>
              <a:rPr lang="en-GB" err="1"/>
              <a:t>igényüket</a:t>
            </a:r>
            <a:r>
              <a:rPr lang="en-GB"/>
              <a:t>, de a </a:t>
            </a:r>
            <a:r>
              <a:rPr lang="en-GB" err="1"/>
              <a:t>raktárkészlet</a:t>
            </a:r>
            <a:r>
              <a:rPr lang="en-GB"/>
              <a:t> </a:t>
            </a:r>
            <a:r>
              <a:rPr lang="en-GB" err="1"/>
              <a:t>és</a:t>
            </a:r>
            <a:r>
              <a:rPr lang="en-GB"/>
              <a:t> </a:t>
            </a:r>
            <a:r>
              <a:rPr lang="en-GB" err="1"/>
              <a:t>beszerzés</a:t>
            </a:r>
            <a:r>
              <a:rPr lang="en-GB"/>
              <a:t> </a:t>
            </a:r>
            <a:r>
              <a:rPr lang="en-GB" err="1"/>
              <a:t>kezelése</a:t>
            </a:r>
            <a:r>
              <a:rPr lang="en-GB"/>
              <a:t> </a:t>
            </a:r>
            <a:r>
              <a:rPr lang="en-GB" err="1"/>
              <a:t>kizárólag</a:t>
            </a:r>
            <a:r>
              <a:rPr lang="en-GB"/>
              <a:t> </a:t>
            </a:r>
            <a:r>
              <a:rPr lang="en-GB" err="1"/>
              <a:t>az</a:t>
            </a:r>
            <a:r>
              <a:rPr lang="en-GB"/>
              <a:t> </a:t>
            </a:r>
            <a:r>
              <a:rPr lang="en-GB" err="1"/>
              <a:t>adminisztrátor</a:t>
            </a:r>
            <a:r>
              <a:rPr lang="en-GB"/>
              <a:t>(ok) </a:t>
            </a:r>
            <a:r>
              <a:rPr lang="en-GB" err="1"/>
              <a:t>feladata</a:t>
            </a:r>
            <a:r>
              <a:rPr lang="en-GB"/>
              <a:t> </a:t>
            </a:r>
            <a:r>
              <a:rPr lang="en-GB" err="1"/>
              <a:t>marad</a:t>
            </a:r>
            <a:r>
              <a:rPr lang="en-GB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468BD-90ED-4482-99D5-56FB678B8A8E}" type="slidenum">
              <a:rPr lang="hu-HU" smtClean="0"/>
              <a:t>18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65807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GB" b="1" err="1"/>
              <a:t>Szerelések</a:t>
            </a:r>
            <a:r>
              <a:rPr lang="en-GB" b="1"/>
              <a:t> </a:t>
            </a:r>
            <a:r>
              <a:rPr lang="en-GB" b="1" err="1"/>
              <a:t>kezelése</a:t>
            </a:r>
            <a:endParaRPr lang="en-GB" b="1"/>
          </a:p>
          <a:p>
            <a:pPr>
              <a:buNone/>
            </a:pPr>
            <a:r>
              <a:rPr lang="en-GB"/>
              <a:t>A </a:t>
            </a:r>
            <a:r>
              <a:rPr lang="en-GB" b="1"/>
              <a:t>„</a:t>
            </a:r>
            <a:r>
              <a:rPr lang="en-GB" b="1" err="1"/>
              <a:t>Szerelések</a:t>
            </a:r>
            <a:r>
              <a:rPr lang="en-GB" b="1"/>
              <a:t>”</a:t>
            </a:r>
            <a:r>
              <a:rPr lang="en-GB"/>
              <a:t> </a:t>
            </a:r>
            <a:r>
              <a:rPr lang="en-GB" err="1"/>
              <a:t>menüpont</a:t>
            </a:r>
            <a:r>
              <a:rPr lang="en-GB"/>
              <a:t> </a:t>
            </a:r>
            <a:r>
              <a:rPr lang="en-GB" err="1"/>
              <a:t>alatt</a:t>
            </a:r>
            <a:r>
              <a:rPr lang="en-GB"/>
              <a:t> </a:t>
            </a:r>
            <a:r>
              <a:rPr lang="en-GB" err="1"/>
              <a:t>az</a:t>
            </a:r>
            <a:r>
              <a:rPr lang="en-GB"/>
              <a:t> </a:t>
            </a:r>
            <a:r>
              <a:rPr lang="en-GB" err="1"/>
              <a:t>adatbázisban</a:t>
            </a:r>
            <a:r>
              <a:rPr lang="en-GB"/>
              <a:t> </a:t>
            </a:r>
            <a:r>
              <a:rPr lang="en-GB" err="1"/>
              <a:t>szereplő</a:t>
            </a:r>
            <a:r>
              <a:rPr lang="en-GB"/>
              <a:t> </a:t>
            </a:r>
            <a:r>
              <a:rPr lang="hu-HU"/>
              <a:t>foglalások </a:t>
            </a:r>
            <a:r>
              <a:rPr lang="en-GB" err="1"/>
              <a:t>jelen</a:t>
            </a:r>
            <a:r>
              <a:rPr lang="hu-HU" err="1"/>
              <a:t>nek</a:t>
            </a:r>
            <a:r>
              <a:rPr lang="en-GB"/>
              <a:t> meg</a:t>
            </a:r>
            <a:r>
              <a:rPr lang="hu-HU"/>
              <a:t> 4-esévl lapozható kártyákon</a:t>
            </a:r>
            <a:r>
              <a:rPr lang="en-GB"/>
              <a:t>. A </a:t>
            </a:r>
            <a:r>
              <a:rPr lang="hu-HU"/>
              <a:t>kártyák </a:t>
            </a:r>
            <a:r>
              <a:rPr lang="en-GB" err="1"/>
              <a:t>az</a:t>
            </a:r>
            <a:r>
              <a:rPr lang="en-GB"/>
              <a:t> </a:t>
            </a:r>
            <a:r>
              <a:rPr lang="en-GB" err="1"/>
              <a:t>alábbi</a:t>
            </a:r>
            <a:r>
              <a:rPr lang="en-GB"/>
              <a:t> </a:t>
            </a:r>
            <a:r>
              <a:rPr lang="en-GB" err="1"/>
              <a:t>adatokat</a:t>
            </a:r>
            <a:r>
              <a:rPr lang="hu-HU"/>
              <a:t> tartalmazzák</a:t>
            </a:r>
            <a:r>
              <a:rPr lang="en-GB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err="1"/>
              <a:t>Ügyfél</a:t>
            </a:r>
            <a:r>
              <a:rPr lang="en-GB"/>
              <a:t> neve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err="1"/>
              <a:t>Rendszám</a:t>
            </a:r>
            <a:endParaRPr lang="en-GB"/>
          </a:p>
          <a:p>
            <a:pPr>
              <a:buFont typeface="Arial" panose="020B0604020202020204" pitchFamily="34" charset="0"/>
              <a:buChar char="•"/>
            </a:pPr>
            <a:r>
              <a:rPr lang="en-GB" err="1"/>
              <a:t>Típus</a:t>
            </a:r>
            <a:r>
              <a:rPr lang="en-GB"/>
              <a:t>, </a:t>
            </a:r>
            <a:r>
              <a:rPr lang="en-GB" err="1"/>
              <a:t>Márka</a:t>
            </a:r>
            <a:endParaRPr lang="en-GB"/>
          </a:p>
          <a:p>
            <a:pPr>
              <a:buFont typeface="Arial" panose="020B0604020202020204" pitchFamily="34" charset="0"/>
              <a:buChar char="•"/>
            </a:pPr>
            <a:r>
              <a:rPr lang="en-GB" err="1"/>
              <a:t>Szervizcsomag</a:t>
            </a:r>
            <a:r>
              <a:rPr lang="en-GB"/>
              <a:t> neve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err="1"/>
              <a:t>Időpont</a:t>
            </a:r>
            <a:r>
              <a:rPr lang="en-GB"/>
              <a:t> (</a:t>
            </a:r>
            <a:r>
              <a:rPr lang="en-GB" err="1"/>
              <a:t>visszajelzésre</a:t>
            </a:r>
            <a:r>
              <a:rPr lang="en-GB"/>
              <a:t> </a:t>
            </a:r>
            <a:r>
              <a:rPr lang="en-GB" err="1"/>
              <a:t>vár</a:t>
            </a:r>
            <a:r>
              <a:rPr lang="en-GB"/>
              <a:t> </a:t>
            </a:r>
            <a:r>
              <a:rPr lang="en-GB" err="1"/>
              <a:t>vagy</a:t>
            </a:r>
            <a:r>
              <a:rPr lang="en-GB"/>
              <a:t> </a:t>
            </a:r>
            <a:r>
              <a:rPr lang="en-GB" err="1"/>
              <a:t>adott</a:t>
            </a:r>
            <a:r>
              <a:rPr lang="en-GB"/>
              <a:t> </a:t>
            </a:r>
            <a:r>
              <a:rPr lang="en-GB" err="1"/>
              <a:t>dátum</a:t>
            </a:r>
            <a:r>
              <a:rPr lang="en-GB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err="1"/>
              <a:t>Állapot</a:t>
            </a:r>
            <a:r>
              <a:rPr lang="en-GB"/>
              <a:t> (pl. </a:t>
            </a:r>
            <a:r>
              <a:rPr lang="en-GB" err="1"/>
              <a:t>Foglalt</a:t>
            </a:r>
            <a:r>
              <a:rPr lang="en-GB"/>
              <a:t>, </a:t>
            </a:r>
            <a:r>
              <a:rPr lang="en-GB" err="1"/>
              <a:t>Lemondva</a:t>
            </a:r>
            <a:r>
              <a:rPr lang="en-GB"/>
              <a:t>,</a:t>
            </a:r>
            <a:r>
              <a:rPr lang="hu-HU"/>
              <a:t> Folyamatban vagy</a:t>
            </a:r>
            <a:r>
              <a:rPr lang="en-GB"/>
              <a:t> </a:t>
            </a:r>
            <a:r>
              <a:rPr lang="en-GB" err="1"/>
              <a:t>Befejezett</a:t>
            </a:r>
            <a:r>
              <a:rPr lang="en-GB"/>
              <a:t>)</a:t>
            </a:r>
          </a:p>
          <a:p>
            <a:pPr>
              <a:buNone/>
            </a:pPr>
            <a:r>
              <a:rPr lang="en-GB"/>
              <a:t>A </a:t>
            </a:r>
            <a:r>
              <a:rPr lang="en-GB" b="1"/>
              <a:t>„</a:t>
            </a:r>
            <a:r>
              <a:rPr lang="en-GB" b="1" err="1"/>
              <a:t>Időpont</a:t>
            </a:r>
            <a:r>
              <a:rPr lang="en-GB" b="1"/>
              <a:t> </a:t>
            </a:r>
            <a:r>
              <a:rPr lang="en-GB" b="1" err="1"/>
              <a:t>módosítása</a:t>
            </a:r>
            <a:r>
              <a:rPr lang="en-GB" b="1"/>
              <a:t>”</a:t>
            </a:r>
            <a:r>
              <a:rPr lang="en-GB"/>
              <a:t> </a:t>
            </a:r>
            <a:r>
              <a:rPr lang="en-GB" err="1"/>
              <a:t>gombbal</a:t>
            </a:r>
            <a:r>
              <a:rPr lang="en-GB"/>
              <a:t> a </a:t>
            </a:r>
            <a:r>
              <a:rPr lang="en-GB" err="1"/>
              <a:t>felhasználó</a:t>
            </a:r>
            <a:r>
              <a:rPr lang="en-GB"/>
              <a:t> </a:t>
            </a:r>
            <a:r>
              <a:rPr lang="en-GB" err="1"/>
              <a:t>új</a:t>
            </a:r>
            <a:r>
              <a:rPr lang="en-GB"/>
              <a:t> </a:t>
            </a:r>
            <a:r>
              <a:rPr lang="en-GB" err="1"/>
              <a:t>időpontot</a:t>
            </a:r>
            <a:r>
              <a:rPr lang="en-GB"/>
              <a:t> </a:t>
            </a:r>
            <a:r>
              <a:rPr lang="en-GB" err="1"/>
              <a:t>adhat</a:t>
            </a:r>
            <a:r>
              <a:rPr lang="en-GB"/>
              <a:t> meg </a:t>
            </a:r>
            <a:r>
              <a:rPr lang="en-GB" err="1"/>
              <a:t>az</a:t>
            </a:r>
            <a:r>
              <a:rPr lang="en-GB"/>
              <a:t> </a:t>
            </a:r>
            <a:r>
              <a:rPr lang="en-GB" err="1"/>
              <a:t>ügyfél</a:t>
            </a:r>
            <a:r>
              <a:rPr lang="en-GB"/>
              <a:t> </a:t>
            </a:r>
            <a:r>
              <a:rPr lang="en-GB" err="1"/>
              <a:t>számára</a:t>
            </a:r>
            <a:endParaRPr lang="en-GB"/>
          </a:p>
          <a:p>
            <a:pPr>
              <a:buNone/>
            </a:pPr>
            <a:r>
              <a:rPr lang="en-GB"/>
              <a:t>A </a:t>
            </a:r>
            <a:r>
              <a:rPr lang="en-GB" err="1"/>
              <a:t>megrendelések</a:t>
            </a:r>
            <a:r>
              <a:rPr lang="en-GB"/>
              <a:t> </a:t>
            </a:r>
            <a:r>
              <a:rPr lang="en-GB" err="1"/>
              <a:t>állapota</a:t>
            </a:r>
            <a:r>
              <a:rPr lang="en-GB"/>
              <a:t> </a:t>
            </a:r>
            <a:r>
              <a:rPr lang="en-GB" err="1"/>
              <a:t>külön</a:t>
            </a:r>
            <a:r>
              <a:rPr lang="hu-HU"/>
              <a:t> piros</a:t>
            </a:r>
            <a:r>
              <a:rPr lang="en-GB"/>
              <a:t> </a:t>
            </a:r>
            <a:r>
              <a:rPr lang="en-GB" err="1"/>
              <a:t>gombbal</a:t>
            </a:r>
            <a:r>
              <a:rPr lang="en-GB"/>
              <a:t> </a:t>
            </a:r>
            <a:r>
              <a:rPr lang="en-GB" err="1"/>
              <a:t>módosítható</a:t>
            </a:r>
            <a:r>
              <a:rPr lang="en-GB"/>
              <a:t> (</a:t>
            </a:r>
            <a:r>
              <a:rPr lang="en-GB" b="1" err="1"/>
              <a:t>piros</a:t>
            </a:r>
            <a:r>
              <a:rPr lang="en-GB" b="1"/>
              <a:t> </a:t>
            </a:r>
            <a:r>
              <a:rPr lang="en-GB" b="1" err="1"/>
              <a:t>gomb</a:t>
            </a:r>
            <a:r>
              <a:rPr lang="en-GB" b="1"/>
              <a:t> – „</a:t>
            </a:r>
            <a:r>
              <a:rPr lang="en-GB" b="1" err="1"/>
              <a:t>Állapot</a:t>
            </a:r>
            <a:r>
              <a:rPr lang="en-GB" b="1"/>
              <a:t> </a:t>
            </a:r>
            <a:r>
              <a:rPr lang="en-GB" b="1" err="1"/>
              <a:t>módosítása</a:t>
            </a:r>
            <a:r>
              <a:rPr lang="en-GB" b="1"/>
              <a:t>”</a:t>
            </a:r>
            <a:r>
              <a:rPr lang="en-GB"/>
              <a:t>), </a:t>
            </a:r>
            <a:r>
              <a:rPr lang="en-GB" err="1"/>
              <a:t>mellyel</a:t>
            </a:r>
            <a:r>
              <a:rPr lang="en-GB"/>
              <a:t> a </a:t>
            </a:r>
            <a:r>
              <a:rPr lang="en-GB" err="1"/>
              <a:t>rendelés</a:t>
            </a:r>
            <a:r>
              <a:rPr lang="en-GB"/>
              <a:t> </a:t>
            </a:r>
            <a:r>
              <a:rPr lang="en-GB" err="1"/>
              <a:t>lezárható</a:t>
            </a:r>
            <a:r>
              <a:rPr lang="en-GB"/>
              <a:t> (</a:t>
            </a:r>
            <a:r>
              <a:rPr lang="en-GB" b="1" err="1"/>
              <a:t>Befejezett</a:t>
            </a:r>
            <a:r>
              <a:rPr lang="en-GB"/>
              <a:t>) </a:t>
            </a:r>
            <a:r>
              <a:rPr lang="en-GB" err="1"/>
              <a:t>vagy</a:t>
            </a:r>
            <a:r>
              <a:rPr lang="en-GB"/>
              <a:t> </a:t>
            </a:r>
            <a:r>
              <a:rPr lang="en-GB" err="1"/>
              <a:t>törölhető</a:t>
            </a:r>
            <a:r>
              <a:rPr lang="en-GB"/>
              <a:t> (</a:t>
            </a:r>
            <a:r>
              <a:rPr lang="en-GB" b="1" err="1"/>
              <a:t>Lemondva</a:t>
            </a:r>
            <a:r>
              <a:rPr lang="en-GB"/>
              <a:t>)</a:t>
            </a:r>
            <a:r>
              <a:rPr lang="hu-HU"/>
              <a:t>-t kiválasztva</a:t>
            </a:r>
            <a:r>
              <a:rPr lang="en-GB"/>
              <a:t>.</a:t>
            </a:r>
            <a:endParaRPr lang="hu-HU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err="1"/>
              <a:t>Ezek</a:t>
            </a:r>
            <a:r>
              <a:rPr lang="en-GB"/>
              <a:t> a </a:t>
            </a:r>
            <a:r>
              <a:rPr lang="en-GB" err="1"/>
              <a:t>menüpontok</a:t>
            </a:r>
            <a:r>
              <a:rPr lang="en-GB"/>
              <a:t> </a:t>
            </a:r>
            <a:r>
              <a:rPr lang="en-GB" b="1" err="1"/>
              <a:t>mindkét</a:t>
            </a:r>
            <a:r>
              <a:rPr lang="en-GB" b="1"/>
              <a:t> </a:t>
            </a:r>
            <a:r>
              <a:rPr lang="en-GB" b="1" err="1"/>
              <a:t>felületen</a:t>
            </a:r>
            <a:r>
              <a:rPr lang="en-GB"/>
              <a:t> – admin </a:t>
            </a:r>
            <a:r>
              <a:rPr lang="en-GB" err="1"/>
              <a:t>és</a:t>
            </a:r>
            <a:r>
              <a:rPr lang="en-GB"/>
              <a:t> </a:t>
            </a:r>
            <a:r>
              <a:rPr lang="en-GB" err="1"/>
              <a:t>szerelő</a:t>
            </a:r>
            <a:r>
              <a:rPr lang="en-GB"/>
              <a:t> – </a:t>
            </a:r>
            <a:r>
              <a:rPr lang="en-GB" err="1"/>
              <a:t>elérhetők</a:t>
            </a:r>
            <a:r>
              <a:rPr lang="en-GB"/>
              <a:t>, </a:t>
            </a:r>
            <a:r>
              <a:rPr lang="en-GB" err="1"/>
              <a:t>így</a:t>
            </a:r>
            <a:r>
              <a:rPr lang="en-GB"/>
              <a:t> </a:t>
            </a:r>
            <a:r>
              <a:rPr lang="en-GB" err="1"/>
              <a:t>biztosított</a:t>
            </a:r>
            <a:r>
              <a:rPr lang="en-GB"/>
              <a:t> </a:t>
            </a:r>
            <a:r>
              <a:rPr lang="en-GB" err="1"/>
              <a:t>az</a:t>
            </a:r>
            <a:r>
              <a:rPr lang="en-GB"/>
              <a:t> </a:t>
            </a:r>
            <a:r>
              <a:rPr lang="en-GB" err="1"/>
              <a:t>átfogó</a:t>
            </a:r>
            <a:r>
              <a:rPr lang="en-GB"/>
              <a:t> </a:t>
            </a:r>
            <a:r>
              <a:rPr lang="en-GB" err="1"/>
              <a:t>adatkezelés</a:t>
            </a:r>
            <a:r>
              <a:rPr lang="en-GB"/>
              <a:t> </a:t>
            </a:r>
            <a:r>
              <a:rPr lang="en-GB" err="1"/>
              <a:t>és</a:t>
            </a:r>
            <a:r>
              <a:rPr lang="en-GB"/>
              <a:t> </a:t>
            </a:r>
            <a:r>
              <a:rPr lang="en-GB" err="1"/>
              <a:t>rugalmasság</a:t>
            </a:r>
            <a:r>
              <a:rPr lang="en-GB"/>
              <a:t>.</a:t>
            </a:r>
          </a:p>
          <a:p>
            <a:r>
              <a:rPr lang="en-GB"/>
              <a:t>A </a:t>
            </a:r>
            <a:r>
              <a:rPr lang="en-GB" err="1"/>
              <a:t>képernyő</a:t>
            </a:r>
            <a:r>
              <a:rPr lang="en-GB"/>
              <a:t> </a:t>
            </a:r>
            <a:r>
              <a:rPr lang="en-GB" err="1"/>
              <a:t>alján</a:t>
            </a:r>
            <a:r>
              <a:rPr lang="en-GB"/>
              <a:t> </a:t>
            </a:r>
            <a:r>
              <a:rPr lang="en-GB" err="1"/>
              <a:t>található</a:t>
            </a:r>
            <a:r>
              <a:rPr lang="en-GB"/>
              <a:t> </a:t>
            </a:r>
            <a:r>
              <a:rPr lang="en-GB" err="1"/>
              <a:t>menüsor</a:t>
            </a:r>
            <a:r>
              <a:rPr lang="en-GB"/>
              <a:t> </a:t>
            </a:r>
            <a:r>
              <a:rPr lang="en-GB" err="1"/>
              <a:t>elemei</a:t>
            </a:r>
            <a:r>
              <a:rPr lang="en-GB"/>
              <a:t> (pl. </a:t>
            </a:r>
            <a:r>
              <a:rPr lang="en-GB" b="1" err="1"/>
              <a:t>Szerelési</a:t>
            </a:r>
            <a:r>
              <a:rPr lang="en-GB" b="1"/>
              <a:t> </a:t>
            </a:r>
            <a:r>
              <a:rPr lang="en-GB" b="1" err="1"/>
              <a:t>Útmutatók</a:t>
            </a:r>
            <a:r>
              <a:rPr lang="en-GB"/>
              <a:t>, </a:t>
            </a:r>
            <a:r>
              <a:rPr lang="en-GB" b="1" err="1"/>
              <a:t>Hibakódok</a:t>
            </a:r>
            <a:r>
              <a:rPr lang="en-GB"/>
              <a:t>, </a:t>
            </a:r>
            <a:r>
              <a:rPr lang="en-GB" b="1" err="1"/>
              <a:t>Munkafolyamat</a:t>
            </a:r>
            <a:r>
              <a:rPr lang="en-GB" b="1"/>
              <a:t> </a:t>
            </a:r>
            <a:r>
              <a:rPr lang="en-GB" b="1" err="1"/>
              <a:t>Sablonok</a:t>
            </a:r>
            <a:r>
              <a:rPr lang="en-GB"/>
              <a:t>, </a:t>
            </a:r>
            <a:r>
              <a:rPr lang="en-GB" b="1" err="1"/>
              <a:t>Szervizcsomagok</a:t>
            </a:r>
            <a:r>
              <a:rPr lang="en-GB"/>
              <a:t>) </a:t>
            </a:r>
            <a:r>
              <a:rPr lang="en-GB" err="1"/>
              <a:t>az</a:t>
            </a:r>
            <a:r>
              <a:rPr lang="en-GB"/>
              <a:t> </a:t>
            </a:r>
            <a:r>
              <a:rPr lang="en-GB" err="1"/>
              <a:t>adatbázis</a:t>
            </a:r>
            <a:r>
              <a:rPr lang="en-GB"/>
              <a:t> </a:t>
            </a:r>
            <a:r>
              <a:rPr lang="en-GB" err="1"/>
              <a:t>megfelelő</a:t>
            </a:r>
            <a:r>
              <a:rPr lang="en-GB"/>
              <a:t> </a:t>
            </a:r>
            <a:r>
              <a:rPr lang="en-GB" err="1"/>
              <a:t>tábláira</a:t>
            </a:r>
            <a:r>
              <a:rPr lang="en-GB"/>
              <a:t> </a:t>
            </a:r>
            <a:r>
              <a:rPr lang="en-GB" err="1"/>
              <a:t>mutatnak</a:t>
            </a:r>
            <a:r>
              <a:rPr lang="en-GB"/>
              <a:t>. </a:t>
            </a:r>
            <a:r>
              <a:rPr lang="en-GB" err="1"/>
              <a:t>Innen</a:t>
            </a:r>
            <a:r>
              <a:rPr lang="en-GB"/>
              <a:t> </a:t>
            </a:r>
            <a:r>
              <a:rPr lang="en-GB" err="1"/>
              <a:t>hozzáférhetők</a:t>
            </a:r>
            <a:r>
              <a:rPr lang="en-GB"/>
              <a:t> </a:t>
            </a:r>
            <a:r>
              <a:rPr lang="en-GB" err="1"/>
              <a:t>és</a:t>
            </a:r>
            <a:r>
              <a:rPr lang="en-GB"/>
              <a:t> </a:t>
            </a:r>
            <a:r>
              <a:rPr lang="en-GB" err="1"/>
              <a:t>szerkeszthetők</a:t>
            </a:r>
            <a:r>
              <a:rPr lang="en-GB"/>
              <a:t> a </a:t>
            </a:r>
            <a:r>
              <a:rPr lang="en-GB" err="1"/>
              <a:t>kapcsolódó</a:t>
            </a:r>
            <a:r>
              <a:rPr lang="en-GB"/>
              <a:t> </a:t>
            </a:r>
            <a:r>
              <a:rPr lang="en-GB" err="1"/>
              <a:t>adatok</a:t>
            </a:r>
            <a:r>
              <a:rPr lang="hu-HU"/>
              <a:t> az admin felületen, szerelőinknek ezek az oldalak csak segítségként vannak</a:t>
            </a:r>
            <a:r>
              <a:rPr lang="en-GB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468BD-90ED-4482-99D5-56FB678B8A8E}" type="slidenum">
              <a:rPr lang="hu-HU" smtClean="0"/>
              <a:t>19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176572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b="1" dirty="0" err="1"/>
              <a:t>Managing</a:t>
            </a:r>
            <a:r>
              <a:rPr lang="hu-HU" b="1" dirty="0"/>
              <a:t> </a:t>
            </a:r>
            <a:r>
              <a:rPr lang="hu-HU" b="1" dirty="0" err="1"/>
              <a:t>Brands</a:t>
            </a:r>
            <a:endParaRPr lang="hu-HU" b="1" dirty="0"/>
          </a:p>
          <a:p>
            <a:r>
              <a:rPr lang="hu-HU" dirty="0"/>
              <a:t>The  „</a:t>
            </a:r>
            <a:r>
              <a:rPr lang="hu-HU" dirty="0" err="1"/>
              <a:t>Brands</a:t>
            </a:r>
            <a:r>
              <a:rPr lang="hu-HU" dirty="0"/>
              <a:t>” </a:t>
            </a:r>
            <a:r>
              <a:rPr lang="hu-HU" dirty="0" err="1"/>
              <a:t>option</a:t>
            </a:r>
            <a:r>
              <a:rPr lang="hu-HU" dirty="0"/>
              <a:t> of </a:t>
            </a:r>
            <a:r>
              <a:rPr lang="hu-HU" dirty="0" err="1"/>
              <a:t>our</a:t>
            </a:r>
            <a:r>
              <a:rPr lang="hu-HU" dirty="0"/>
              <a:t> </a:t>
            </a:r>
            <a:r>
              <a:rPr lang="hu-HU" dirty="0" err="1"/>
              <a:t>menu</a:t>
            </a:r>
            <a:r>
              <a:rPr lang="hu-HU" dirty="0"/>
              <a:t> is </a:t>
            </a:r>
            <a:r>
              <a:rPr lang="hu-HU" dirty="0" err="1"/>
              <a:t>only</a:t>
            </a:r>
            <a:r>
              <a:rPr lang="hu-HU" dirty="0"/>
              <a:t> </a:t>
            </a:r>
            <a:r>
              <a:rPr lang="hu-HU" dirty="0" err="1"/>
              <a:t>accesible</a:t>
            </a:r>
            <a:r>
              <a:rPr lang="hu-HU" dirty="0"/>
              <a:t> </a:t>
            </a:r>
            <a:r>
              <a:rPr lang="hu-HU" dirty="0" err="1"/>
              <a:t>through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damin</a:t>
            </a:r>
            <a:r>
              <a:rPr lang="hu-HU" dirty="0"/>
              <a:t> </a:t>
            </a:r>
            <a:r>
              <a:rPr lang="hu-HU" dirty="0" err="1"/>
              <a:t>interface</a:t>
            </a:r>
            <a:r>
              <a:rPr lang="hu-HU" dirty="0"/>
              <a:t>. Here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can</a:t>
            </a:r>
            <a:r>
              <a:rPr lang="hu-HU" dirty="0"/>
              <a:t> </a:t>
            </a:r>
            <a:r>
              <a:rPr lang="hu-HU" dirty="0" err="1"/>
              <a:t>find</a:t>
            </a:r>
            <a:r>
              <a:rPr lang="hu-HU" dirty="0"/>
              <a:t> </a:t>
            </a:r>
            <a:r>
              <a:rPr lang="hu-HU" dirty="0" err="1"/>
              <a:t>this</a:t>
            </a:r>
            <a:r>
              <a:rPr lang="hu-HU" dirty="0"/>
              <a:t>  </a:t>
            </a:r>
            <a:r>
              <a:rPr lang="hu-HU" dirty="0" err="1"/>
              <a:t>list</a:t>
            </a:r>
            <a:r>
              <a:rPr lang="hu-HU" dirty="0"/>
              <a:t>/</a:t>
            </a:r>
            <a:r>
              <a:rPr lang="hu-HU" dirty="0" err="1"/>
              <a:t>table</a:t>
            </a:r>
            <a:r>
              <a:rPr lang="hu-HU" dirty="0"/>
              <a:t>, of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Brands</a:t>
            </a:r>
            <a:r>
              <a:rPr lang="hu-HU" dirty="0"/>
              <a:t> and </a:t>
            </a:r>
            <a:r>
              <a:rPr lang="hu-HU" dirty="0" err="1"/>
              <a:t>Models</a:t>
            </a:r>
            <a:r>
              <a:rPr lang="hu-HU" dirty="0"/>
              <a:t> </a:t>
            </a:r>
            <a:r>
              <a:rPr lang="hu-HU" dirty="0" err="1"/>
              <a:t>stored</a:t>
            </a:r>
            <a:r>
              <a:rPr lang="hu-HU" dirty="0"/>
              <a:t> in </a:t>
            </a:r>
            <a:r>
              <a:rPr lang="hu-HU" dirty="0" err="1"/>
              <a:t>our</a:t>
            </a:r>
            <a:r>
              <a:rPr lang="hu-HU" dirty="0"/>
              <a:t> </a:t>
            </a:r>
            <a:r>
              <a:rPr lang="hu-HU" dirty="0" err="1"/>
              <a:t>database</a:t>
            </a:r>
            <a:r>
              <a:rPr lang="hu-HU" dirty="0"/>
              <a:t>. </a:t>
            </a:r>
            <a:r>
              <a:rPr lang="hu-HU" dirty="0" err="1"/>
              <a:t>Easy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use</a:t>
            </a:r>
            <a:r>
              <a:rPr lang="hu-HU" dirty="0"/>
              <a:t>. </a:t>
            </a:r>
            <a:r>
              <a:rPr lang="hu-HU" dirty="0" err="1"/>
              <a:t>Right</a:t>
            </a:r>
            <a:r>
              <a:rPr lang="hu-HU" dirty="0"/>
              <a:t>: </a:t>
            </a:r>
            <a:r>
              <a:rPr lang="hu-HU" dirty="0" err="1"/>
              <a:t>Brands</a:t>
            </a:r>
            <a:r>
              <a:rPr lang="hu-HU" dirty="0"/>
              <a:t>, </a:t>
            </a:r>
            <a:r>
              <a:rPr lang="hu-HU" dirty="0" err="1"/>
              <a:t>Left</a:t>
            </a:r>
            <a:r>
              <a:rPr lang="hu-HU" dirty="0"/>
              <a:t>: </a:t>
            </a:r>
            <a:r>
              <a:rPr lang="hu-HU" dirty="0" err="1"/>
              <a:t>Models</a:t>
            </a:r>
            <a:r>
              <a:rPr lang="hu-HU" dirty="0"/>
              <a:t>. </a:t>
            </a:r>
            <a:r>
              <a:rPr lang="hu-HU" dirty="0" err="1"/>
              <a:t>On</a:t>
            </a:r>
            <a:r>
              <a:rPr lang="hu-HU" dirty="0"/>
              <a:t> top of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interface</a:t>
            </a:r>
            <a:r>
              <a:rPr lang="hu-HU" dirty="0"/>
              <a:t>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can</a:t>
            </a:r>
            <a:r>
              <a:rPr lang="hu-HU" dirty="0"/>
              <a:t> </a:t>
            </a:r>
            <a:r>
              <a:rPr lang="hu-HU" dirty="0" err="1"/>
              <a:t>see</a:t>
            </a:r>
            <a:r>
              <a:rPr lang="hu-HU" dirty="0"/>
              <a:t> a </a:t>
            </a:r>
            <a:r>
              <a:rPr lang="hu-HU" dirty="0" err="1"/>
              <a:t>search</a:t>
            </a:r>
            <a:r>
              <a:rPr lang="hu-HU" dirty="0"/>
              <a:t> bar, </a:t>
            </a:r>
            <a:r>
              <a:rPr lang="hu-HU" dirty="0" err="1"/>
              <a:t>which</a:t>
            </a:r>
            <a:r>
              <a:rPr lang="hu-HU" dirty="0"/>
              <a:t> </a:t>
            </a:r>
            <a:r>
              <a:rPr lang="hu-HU" dirty="0" err="1"/>
              <a:t>makes</a:t>
            </a:r>
            <a:r>
              <a:rPr lang="hu-HU" dirty="0"/>
              <a:t> </a:t>
            </a:r>
            <a:r>
              <a:rPr lang="hu-HU" dirty="0" err="1"/>
              <a:t>finding</a:t>
            </a:r>
            <a:r>
              <a:rPr lang="hu-HU" dirty="0"/>
              <a:t> a </a:t>
            </a:r>
            <a:r>
              <a:rPr lang="hu-HU" dirty="0" err="1"/>
              <a:t>car</a:t>
            </a:r>
            <a:r>
              <a:rPr lang="hu-HU" dirty="0"/>
              <a:t> a </a:t>
            </a:r>
            <a:r>
              <a:rPr lang="hu-HU" dirty="0" err="1"/>
              <a:t>lot</a:t>
            </a:r>
            <a:r>
              <a:rPr lang="hu-HU" dirty="0"/>
              <a:t> </a:t>
            </a:r>
            <a:r>
              <a:rPr lang="hu-HU" dirty="0" err="1"/>
              <a:t>easier</a:t>
            </a:r>
            <a:r>
              <a:rPr lang="hu-HU" dirty="0"/>
              <a:t>, and </a:t>
            </a:r>
            <a:r>
              <a:rPr lang="hu-HU" dirty="0" err="1"/>
              <a:t>faster</a:t>
            </a:r>
            <a:br>
              <a:rPr lang="hu-HU" dirty="0">
                <a:cs typeface="+mn-lt"/>
              </a:rPr>
            </a:br>
            <a:r>
              <a:rPr lang="hu-HU" dirty="0"/>
              <a:t>The </a:t>
            </a:r>
            <a:r>
              <a:rPr lang="hu-HU" dirty="0" err="1"/>
              <a:t>Administrator</a:t>
            </a:r>
            <a:r>
              <a:rPr lang="hu-HU" dirty="0"/>
              <a:t> has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right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b="1" dirty="0"/>
              <a:t>Add a New </a:t>
            </a:r>
            <a:r>
              <a:rPr lang="hu-HU" b="1" dirty="0" err="1"/>
              <a:t>Brand</a:t>
            </a:r>
            <a:r>
              <a:rPr lang="hu-HU" b="1" dirty="0"/>
              <a:t> </a:t>
            </a:r>
            <a:r>
              <a:rPr lang="hu-HU" b="1" dirty="0" err="1"/>
              <a:t>to</a:t>
            </a:r>
            <a:r>
              <a:rPr lang="hu-HU" b="1" dirty="0"/>
              <a:t> </a:t>
            </a:r>
            <a:r>
              <a:rPr lang="hu-HU" b="1" dirty="0" err="1"/>
              <a:t>the</a:t>
            </a:r>
            <a:r>
              <a:rPr lang="hu-HU" b="1" dirty="0"/>
              <a:t> </a:t>
            </a:r>
            <a:r>
              <a:rPr lang="hu-HU" b="1" dirty="0" err="1"/>
              <a:t>database</a:t>
            </a:r>
            <a:endParaRPr lang="hu-HU" dirty="0" err="1"/>
          </a:p>
          <a:p>
            <a:pPr>
              <a:buFont typeface="Arial" panose="020B0604020202020204" pitchFamily="34" charset="0"/>
              <a:buChar char="•"/>
            </a:pPr>
            <a:r>
              <a:rPr lang="hu-HU" b="1" dirty="0" err="1"/>
              <a:t>Modify</a:t>
            </a:r>
            <a:r>
              <a:rPr lang="hu-HU" b="1" dirty="0"/>
              <a:t> a </a:t>
            </a:r>
            <a:r>
              <a:rPr lang="hu-HU" b="1" dirty="0" err="1"/>
              <a:t>Brand</a:t>
            </a:r>
            <a:r>
              <a:rPr lang="hu-HU" b="1" dirty="0"/>
              <a:t>, in </a:t>
            </a:r>
            <a:r>
              <a:rPr lang="hu-HU" b="1" dirty="0" err="1"/>
              <a:t>case</a:t>
            </a:r>
            <a:r>
              <a:rPr lang="hu-HU" b="1" dirty="0"/>
              <a:t> of </a:t>
            </a:r>
            <a:r>
              <a:rPr lang="hu-HU" b="1" dirty="0" err="1"/>
              <a:t>misstyping</a:t>
            </a:r>
            <a:r>
              <a:rPr lang="hu-HU" b="1" dirty="0"/>
              <a:t>, </a:t>
            </a:r>
            <a:r>
              <a:rPr lang="hu-HU" b="1" dirty="0" err="1"/>
              <a:t>or</a:t>
            </a:r>
            <a:r>
              <a:rPr lang="hu-HU" b="1" dirty="0"/>
              <a:t> </a:t>
            </a:r>
            <a:r>
              <a:rPr lang="hu-HU" b="1" dirty="0" err="1"/>
              <a:t>if</a:t>
            </a:r>
            <a:r>
              <a:rPr lang="hu-HU" b="1" dirty="0"/>
              <a:t> a </a:t>
            </a:r>
            <a:r>
              <a:rPr lang="hu-HU" b="1" dirty="0" err="1"/>
              <a:t>Brands</a:t>
            </a:r>
            <a:r>
              <a:rPr lang="hu-HU" b="1" dirty="0"/>
              <a:t> </a:t>
            </a:r>
            <a:r>
              <a:rPr lang="hu-HU" b="1" dirty="0" err="1"/>
              <a:t>changes</a:t>
            </a:r>
            <a:r>
              <a:rPr lang="hu-HU" b="1" dirty="0"/>
              <a:t> </a:t>
            </a:r>
            <a:r>
              <a:rPr lang="hu-HU" b="1" dirty="0" err="1"/>
              <a:t>its</a:t>
            </a:r>
            <a:r>
              <a:rPr lang="hu-HU" b="1" dirty="0"/>
              <a:t> </a:t>
            </a:r>
            <a:r>
              <a:rPr lang="hu-HU" b="1" dirty="0" err="1"/>
              <a:t>name</a:t>
            </a:r>
            <a:r>
              <a:rPr lang="hu-HU" b="1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b="1" dirty="0"/>
              <a:t>Add </a:t>
            </a:r>
            <a:r>
              <a:rPr lang="hu-HU" b="1" dirty="0" err="1"/>
              <a:t>new</a:t>
            </a:r>
            <a:r>
              <a:rPr lang="hu-HU" b="1" dirty="0"/>
              <a:t> </a:t>
            </a:r>
            <a:r>
              <a:rPr lang="hu-HU" b="1" dirty="0" err="1"/>
              <a:t>models</a:t>
            </a:r>
            <a:r>
              <a:rPr lang="hu-HU" b="1" dirty="0"/>
              <a:t> </a:t>
            </a:r>
            <a:r>
              <a:rPr lang="hu-HU" b="1" dirty="0" err="1"/>
              <a:t>to</a:t>
            </a:r>
            <a:r>
              <a:rPr lang="hu-HU" b="1" dirty="0"/>
              <a:t> </a:t>
            </a:r>
            <a:r>
              <a:rPr lang="hu-HU" b="1" dirty="0" err="1"/>
              <a:t>existing</a:t>
            </a:r>
            <a:r>
              <a:rPr lang="hu-HU" b="1" dirty="0"/>
              <a:t> </a:t>
            </a:r>
            <a:r>
              <a:rPr lang="hu-HU" b="1" dirty="0" err="1"/>
              <a:t>Brands</a:t>
            </a:r>
            <a:endParaRPr lang="hu-HU" dirty="0" err="1"/>
          </a:p>
          <a:p>
            <a:pPr>
              <a:buFont typeface="Arial" panose="020B0604020202020204" pitchFamily="34" charset="0"/>
              <a:buChar char="•"/>
            </a:pPr>
            <a:r>
              <a:rPr lang="hu-HU" b="1" dirty="0" err="1"/>
              <a:t>Modify</a:t>
            </a:r>
            <a:r>
              <a:rPr lang="hu-HU" b="1" dirty="0"/>
              <a:t> a </a:t>
            </a:r>
            <a:r>
              <a:rPr lang="hu-HU" b="1" dirty="0" err="1"/>
              <a:t>model</a:t>
            </a:r>
            <a:endParaRPr lang="hu-HU" dirty="0" err="1"/>
          </a:p>
          <a:p>
            <a:r>
              <a:rPr lang="en-GB" dirty="0"/>
              <a:t>With these options, the Administrator has every tool to keep the database up to date, and help the mechanic shop with as much data as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468BD-90ED-4482-99D5-56FB678B8A8E}" type="slidenum">
              <a:rPr lang="hu-HU" smtClean="0"/>
              <a:t>20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98447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New administrators and mechanics can be registered through the admin interface. During registration, the logged-in admin must provide a username, a password, and a confirmation of the password for the new user. Additionally, the admin must select the appropriate role (administrator or mechanic). The registration process can be completed by clicking the "</a:t>
            </a:r>
            <a:r>
              <a:rPr lang="en-GB" err="1"/>
              <a:t>Tovább</a:t>
            </a:r>
            <a:r>
              <a:rPr lang="en-GB"/>
              <a:t>" (Continue) button or cancelled by clicking the "</a:t>
            </a:r>
            <a:r>
              <a:rPr lang="en-GB" err="1"/>
              <a:t>Mégse</a:t>
            </a:r>
            <a:r>
              <a:rPr lang="en-GB"/>
              <a:t>" (Cancel)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468BD-90ED-4482-99D5-56FB678B8A8E}" type="slidenum">
              <a:rPr lang="hu-HU" smtClean="0"/>
              <a:t>21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70377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- Pl. regisztráció után emailben megerősítés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468BD-90ED-4482-99D5-56FB678B8A8E}" type="slidenum">
              <a:rPr lang="hu-HU" smtClean="0"/>
              <a:t>22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61008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9428-CB15-467A-8FF7-2863100C03F4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233B-115B-4E20-B46B-1F5A18F88B9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8234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9428-CB15-467A-8FF7-2863100C03F4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233B-115B-4E20-B46B-1F5A18F88B9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50669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9428-CB15-467A-8FF7-2863100C03F4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233B-115B-4E20-B46B-1F5A18F88B9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8993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9428-CB15-467A-8FF7-2863100C03F4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233B-115B-4E20-B46B-1F5A18F88B9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24550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9428-CB15-467A-8FF7-2863100C03F4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233B-115B-4E20-B46B-1F5A18F88B9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0423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9428-CB15-467A-8FF7-2863100C03F4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233B-115B-4E20-B46B-1F5A18F88B9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72896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9428-CB15-467A-8FF7-2863100C03F4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233B-115B-4E20-B46B-1F5A18F88B9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2637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9428-CB15-467A-8FF7-2863100C03F4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233B-115B-4E20-B46B-1F5A18F88B9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04256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D35F9428-CB15-467A-8FF7-2863100C03F4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9F9F233B-115B-4E20-B46B-1F5A18F88B9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9447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9428-CB15-467A-8FF7-2863100C03F4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233B-115B-4E20-B46B-1F5A18F88B9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17486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9428-CB15-467A-8FF7-2863100C03F4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233B-115B-4E20-B46B-1F5A18F88B9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23182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9428-CB15-467A-8FF7-2863100C03F4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233B-115B-4E20-B46B-1F5A18F88B9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508282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9428-CB15-467A-8FF7-2863100C03F4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233B-115B-4E20-B46B-1F5A18F88B9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05520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9428-CB15-467A-8FF7-2863100C03F4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233B-115B-4E20-B46B-1F5A18F88B9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9805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35F9428-CB15-467A-8FF7-2863100C03F4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9F9F233B-115B-4E20-B46B-1F5A18F88B9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709930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FE1B98B-0321-9FFE-617C-8518AE74E5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/>
              <a:t>Autóműhely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F792FDE-CCA5-5DCB-A228-54F0296CA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hu-HU" sz="2400" dirty="0"/>
              <a:t>Készítette: </a:t>
            </a:r>
            <a:r>
              <a:rPr lang="hu-HU" sz="2400" dirty="0" err="1"/>
              <a:t>Chrén</a:t>
            </a:r>
            <a:r>
              <a:rPr lang="hu-HU" sz="2400" dirty="0"/>
              <a:t> András Ferenc, Fenyvesi Ákos, </a:t>
            </a:r>
            <a:r>
              <a:rPr lang="hu-HU" sz="2400" dirty="0" err="1"/>
              <a:t>Szenográdi</a:t>
            </a:r>
            <a:r>
              <a:rPr lang="hu-HU" sz="2400" dirty="0"/>
              <a:t> Márk Kornél</a:t>
            </a:r>
          </a:p>
        </p:txBody>
      </p:sp>
    </p:spTree>
    <p:extLst>
      <p:ext uri="{BB962C8B-B14F-4D97-AF65-F5344CB8AC3E}">
        <p14:creationId xmlns:p14="http://schemas.microsoft.com/office/powerpoint/2010/main" val="1862561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1BEE87E-A7BB-AEC6-DD9D-AAA9F8ED1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Miért éppen autóműhely?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0F62F03-A94D-51AE-BDF7-36F80B3BF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3600"/>
              <a:t>Papír → digitális</a:t>
            </a:r>
          </a:p>
          <a:p>
            <a:r>
              <a:rPr lang="hu-HU" sz="3600"/>
              <a:t>Segíti a műhelyek működését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196516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4B42270-8DC5-6F4C-1B72-BE1C13EF8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Munkamegosztás</a:t>
            </a:r>
          </a:p>
        </p:txBody>
      </p:sp>
      <p:sp>
        <p:nvSpPr>
          <p:cNvPr id="7" name="Tartalom helye 5">
            <a:extLst>
              <a:ext uri="{FF2B5EF4-FFF2-40B4-BE49-F238E27FC236}">
                <a16:creationId xmlns:a16="http://schemas.microsoft.com/office/drawing/2014/main" id="{F96512C9-D7F0-FC9A-7EC9-712F23A3A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0913" y="2265014"/>
            <a:ext cx="3461085" cy="3953474"/>
          </a:xfrm>
        </p:spPr>
        <p:txBody>
          <a:bodyPr numCol="1" anchor="t">
            <a:normAutofit/>
          </a:bodyPr>
          <a:lstStyle/>
          <a:p>
            <a:pPr marL="0" indent="0">
              <a:spcBef>
                <a:spcPts val="432"/>
              </a:spcBef>
              <a:buNone/>
            </a:pPr>
            <a:r>
              <a:rPr lang="hu-HU" sz="3000" b="1" err="1">
                <a:solidFill>
                  <a:srgbClr val="FFFFFF"/>
                </a:solidFill>
                <a:latin typeface="Century Gothic" panose="020B0502020202020204" pitchFamily="34" charset="0"/>
              </a:rPr>
              <a:t>Szenográdi</a:t>
            </a:r>
            <a:r>
              <a:rPr lang="hu-HU" sz="3000" b="1">
                <a:solidFill>
                  <a:srgbClr val="FFFFFF"/>
                </a:solidFill>
                <a:latin typeface="Century Gothic" panose="020B0502020202020204" pitchFamily="34" charset="0"/>
              </a:rPr>
              <a:t> Márk</a:t>
            </a:r>
          </a:p>
          <a:p>
            <a:pPr>
              <a:spcBef>
                <a:spcPts val="432"/>
              </a:spcBef>
            </a:pPr>
            <a:r>
              <a:rPr lang="hu-HU" sz="2600"/>
              <a:t>Adatbázis</a:t>
            </a:r>
          </a:p>
        </p:txBody>
      </p:sp>
      <p:sp>
        <p:nvSpPr>
          <p:cNvPr id="8" name="Tartalom helye 5">
            <a:extLst>
              <a:ext uri="{FF2B5EF4-FFF2-40B4-BE49-F238E27FC236}">
                <a16:creationId xmlns:a16="http://schemas.microsoft.com/office/drawing/2014/main" id="{67608B40-01C0-C7BE-0428-86D979E6BC6D}"/>
              </a:ext>
            </a:extLst>
          </p:cNvPr>
          <p:cNvSpPr txBox="1">
            <a:spLocks/>
          </p:cNvSpPr>
          <p:nvPr/>
        </p:nvSpPr>
        <p:spPr>
          <a:xfrm>
            <a:off x="4317391" y="2265014"/>
            <a:ext cx="3461084" cy="3955493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numCol="1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32"/>
              </a:spcBef>
              <a:buNone/>
            </a:pPr>
            <a:r>
              <a:rPr lang="hu-HU" sz="3000" b="1" kern="120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Fenyvesi Ákos</a:t>
            </a:r>
            <a:endParaRPr lang="hu-HU" sz="3000" b="1">
              <a:solidFill>
                <a:srgbClr val="FFFFFF"/>
              </a:solidFill>
              <a:latin typeface="Century Gothic" panose="020B0502020202020204" pitchFamily="34" charset="0"/>
            </a:endParaRPr>
          </a:p>
          <a:p>
            <a:pPr>
              <a:spcBef>
                <a:spcPts val="432"/>
              </a:spcBef>
            </a:pPr>
            <a:r>
              <a:rPr lang="hu-HU" sz="2600"/>
              <a:t>Asztali alkalmazás</a:t>
            </a:r>
          </a:p>
        </p:txBody>
      </p:sp>
      <p:sp>
        <p:nvSpPr>
          <p:cNvPr id="9" name="Tartalom helye 5">
            <a:extLst>
              <a:ext uri="{FF2B5EF4-FFF2-40B4-BE49-F238E27FC236}">
                <a16:creationId xmlns:a16="http://schemas.microsoft.com/office/drawing/2014/main" id="{F69B22D3-15F7-682B-F60E-583936FC9A53}"/>
              </a:ext>
            </a:extLst>
          </p:cNvPr>
          <p:cNvSpPr txBox="1">
            <a:spLocks/>
          </p:cNvSpPr>
          <p:nvPr/>
        </p:nvSpPr>
        <p:spPr>
          <a:xfrm>
            <a:off x="713868" y="2265014"/>
            <a:ext cx="3461085" cy="395347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numCol="1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32"/>
              </a:spcBef>
              <a:buNone/>
            </a:pPr>
            <a:r>
              <a:rPr lang="hu-HU" sz="3000" b="1">
                <a:solidFill>
                  <a:srgbClr val="FFFFFF"/>
                </a:solidFill>
                <a:latin typeface="Century Gothic" panose="020B0502020202020204" pitchFamily="34" charset="0"/>
              </a:rPr>
              <a:t>Chrén András</a:t>
            </a:r>
          </a:p>
          <a:p>
            <a:pPr>
              <a:spcBef>
                <a:spcPts val="432"/>
              </a:spcBef>
            </a:pPr>
            <a:r>
              <a:rPr lang="hu-HU" sz="2600"/>
              <a:t>Web</a:t>
            </a:r>
          </a:p>
        </p:txBody>
      </p:sp>
    </p:spTree>
    <p:extLst>
      <p:ext uri="{BB962C8B-B14F-4D97-AF65-F5344CB8AC3E}">
        <p14:creationId xmlns:p14="http://schemas.microsoft.com/office/powerpoint/2010/main" val="174117332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87282F2-CA30-23E3-DB7A-6EA65F1CF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Jogosultságok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9D28FCD-5F59-DAB0-22F7-7B771E363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800" err="1"/>
              <a:t>Admin</a:t>
            </a:r>
            <a:endParaRPr lang="hu-HU" sz="2800"/>
          </a:p>
          <a:p>
            <a:pPr lvl="1"/>
            <a:r>
              <a:rPr lang="hu-HU" sz="2400"/>
              <a:t>Korlátlan hozzáférés</a:t>
            </a:r>
          </a:p>
          <a:p>
            <a:r>
              <a:rPr lang="hu-HU" sz="2800"/>
              <a:t>Szerelő</a:t>
            </a:r>
          </a:p>
          <a:p>
            <a:pPr lvl="1"/>
            <a:r>
              <a:rPr lang="hu-HU" sz="2400"/>
              <a:t>Korlátozott hozzáféréssel rendelkezik</a:t>
            </a:r>
          </a:p>
          <a:p>
            <a:r>
              <a:rPr lang="hu-HU" sz="2800"/>
              <a:t>Ügyfél</a:t>
            </a:r>
          </a:p>
          <a:p>
            <a:pPr lvl="1"/>
            <a:r>
              <a:rPr lang="hu-HU" sz="2400"/>
              <a:t>Csak a weboldalhoz férhet hozzá</a:t>
            </a:r>
          </a:p>
        </p:txBody>
      </p:sp>
    </p:spTree>
    <p:extLst>
      <p:ext uri="{BB962C8B-B14F-4D97-AF65-F5344CB8AC3E}">
        <p14:creationId xmlns:p14="http://schemas.microsoft.com/office/powerpoint/2010/main" val="31088649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3E7341B-30BB-0F61-1096-DB6FD29D7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Felépítés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339BBD5E-4DC8-5B50-A4E7-A1FCBED65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0913" y="2265014"/>
            <a:ext cx="3461085" cy="3953474"/>
          </a:xfrm>
        </p:spPr>
        <p:txBody>
          <a:bodyPr numCol="1" anchor="t">
            <a:normAutofit/>
          </a:bodyPr>
          <a:lstStyle/>
          <a:p>
            <a:pPr marL="0" indent="0">
              <a:spcBef>
                <a:spcPts val="432"/>
              </a:spcBef>
              <a:buNone/>
            </a:pPr>
            <a:r>
              <a:rPr lang="hu-HU" sz="3200" b="1">
                <a:solidFill>
                  <a:srgbClr val="FFFFFF"/>
                </a:solidFill>
                <a:latin typeface="Century Gothic" panose="020B0502020202020204" pitchFamily="34" charset="0"/>
              </a:rPr>
              <a:t>Asztali alkalmazás</a:t>
            </a:r>
          </a:p>
          <a:p>
            <a:r>
              <a:rPr lang="hu-HU" sz="2000"/>
              <a:t>Ügyfelek, alkatrészek, szerelések, járművek, márkák és típusok kezelése</a:t>
            </a:r>
          </a:p>
          <a:p>
            <a:r>
              <a:rPr lang="hu-HU" sz="2000"/>
              <a:t>C# + </a:t>
            </a:r>
            <a:r>
              <a:rPr lang="hu-HU" sz="2000" err="1"/>
              <a:t>WinForms</a:t>
            </a:r>
            <a:endParaRPr lang="hu-HU" sz="2000"/>
          </a:p>
        </p:txBody>
      </p:sp>
      <p:sp>
        <p:nvSpPr>
          <p:cNvPr id="7" name="Tartalom helye 5">
            <a:extLst>
              <a:ext uri="{FF2B5EF4-FFF2-40B4-BE49-F238E27FC236}">
                <a16:creationId xmlns:a16="http://schemas.microsoft.com/office/drawing/2014/main" id="{DA533B42-74D7-86BC-E109-19F10514FF98}"/>
              </a:ext>
            </a:extLst>
          </p:cNvPr>
          <p:cNvSpPr txBox="1">
            <a:spLocks/>
          </p:cNvSpPr>
          <p:nvPr/>
        </p:nvSpPr>
        <p:spPr>
          <a:xfrm>
            <a:off x="4317391" y="2265014"/>
            <a:ext cx="3461084" cy="3955493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numCol="1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32"/>
              </a:spcBef>
              <a:buNone/>
            </a:pPr>
            <a:r>
              <a:rPr lang="hu-HU" sz="3200" b="1" kern="1200">
                <a:solidFill>
                  <a:srgbClr val="FFFFFF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Weboldal</a:t>
            </a:r>
            <a:endParaRPr lang="hu-HU" sz="3200" b="1">
              <a:effectLst/>
            </a:endParaRPr>
          </a:p>
          <a:p>
            <a:r>
              <a:rPr lang="hu-HU" sz="2000"/>
              <a:t>Bejelentkezés, regisztráció</a:t>
            </a:r>
          </a:p>
          <a:p>
            <a:r>
              <a:rPr lang="hu-HU" sz="2000"/>
              <a:t>Autói, szolgáltatások kezelése</a:t>
            </a:r>
          </a:p>
          <a:p>
            <a:r>
              <a:rPr lang="hu-HU" sz="2000"/>
              <a:t>Felhasználói adatok módosítása</a:t>
            </a:r>
          </a:p>
          <a:p>
            <a:r>
              <a:rPr lang="hu-HU" sz="2000"/>
              <a:t>HTML5, CSS3, JS + </a:t>
            </a:r>
            <a:r>
              <a:rPr lang="hu-HU" sz="2000" err="1"/>
              <a:t>jQuery</a:t>
            </a:r>
            <a:endParaRPr lang="hu-HU" sz="2000"/>
          </a:p>
        </p:txBody>
      </p:sp>
      <p:sp>
        <p:nvSpPr>
          <p:cNvPr id="8" name="Tartalom helye 5">
            <a:extLst>
              <a:ext uri="{FF2B5EF4-FFF2-40B4-BE49-F238E27FC236}">
                <a16:creationId xmlns:a16="http://schemas.microsoft.com/office/drawing/2014/main" id="{3636D72F-5034-D631-39A6-F11115CB7FE2}"/>
              </a:ext>
            </a:extLst>
          </p:cNvPr>
          <p:cNvSpPr txBox="1">
            <a:spLocks/>
          </p:cNvSpPr>
          <p:nvPr/>
        </p:nvSpPr>
        <p:spPr>
          <a:xfrm>
            <a:off x="713868" y="2265014"/>
            <a:ext cx="3461085" cy="2108866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numCol="1" rtlCol="0" anchor="t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32"/>
              </a:spcBef>
              <a:buNone/>
            </a:pPr>
            <a:r>
              <a:rPr lang="hu-HU" sz="3200" b="1">
                <a:solidFill>
                  <a:srgbClr val="FFFFFF"/>
                </a:solidFill>
                <a:latin typeface="Century Gothic" panose="020B0502020202020204" pitchFamily="34" charset="0"/>
              </a:rPr>
              <a:t>API</a:t>
            </a:r>
          </a:p>
          <a:p>
            <a:r>
              <a:rPr lang="hu-HU" sz="2200"/>
              <a:t>Kommunikál a weboldallal és az adatbázissal</a:t>
            </a:r>
          </a:p>
          <a:p>
            <a:r>
              <a:rPr lang="hu-HU" sz="2200"/>
              <a:t>PHP</a:t>
            </a:r>
          </a:p>
        </p:txBody>
      </p:sp>
      <p:sp>
        <p:nvSpPr>
          <p:cNvPr id="3" name="Tartalom helye 5">
            <a:extLst>
              <a:ext uri="{FF2B5EF4-FFF2-40B4-BE49-F238E27FC236}">
                <a16:creationId xmlns:a16="http://schemas.microsoft.com/office/drawing/2014/main" id="{D4ADB849-B8E8-FFAB-4CEA-4BC7F0EC1A58}"/>
              </a:ext>
            </a:extLst>
          </p:cNvPr>
          <p:cNvSpPr txBox="1">
            <a:spLocks/>
          </p:cNvSpPr>
          <p:nvPr/>
        </p:nvSpPr>
        <p:spPr>
          <a:xfrm>
            <a:off x="571430" y="4241751"/>
            <a:ext cx="3461085" cy="2108866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numCol="1" rtlCol="0" anchor="t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sz="3800" b="1"/>
              <a:t>Adatbázis</a:t>
            </a:r>
            <a:endParaRPr lang="hu-HU" sz="3500"/>
          </a:p>
          <a:p>
            <a:r>
              <a:rPr lang="hu-HU" sz="2400"/>
              <a:t>Adatokat tárol</a:t>
            </a:r>
          </a:p>
          <a:p>
            <a:r>
              <a:rPr lang="hu-HU" sz="2400"/>
              <a:t>Asztali alkalmazás és weboldal összekötése</a:t>
            </a:r>
          </a:p>
          <a:p>
            <a:r>
              <a:rPr lang="hu-HU" sz="2400" err="1"/>
              <a:t>MySQL</a:t>
            </a:r>
            <a:endParaRPr lang="hu-HU" sz="2400"/>
          </a:p>
          <a:p>
            <a:pPr marL="0" indent="0">
              <a:spcBef>
                <a:spcPts val="432"/>
              </a:spcBef>
              <a:buNone/>
            </a:pPr>
            <a:endParaRPr lang="hu-HU" sz="2600"/>
          </a:p>
        </p:txBody>
      </p:sp>
    </p:spTree>
    <p:extLst>
      <p:ext uri="{BB962C8B-B14F-4D97-AF65-F5344CB8AC3E}">
        <p14:creationId xmlns:p14="http://schemas.microsoft.com/office/powerpoint/2010/main" val="15609631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9CBC8F-C9E5-ADAB-DAA9-DA7ECA7A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Adatbázis</a:t>
            </a:r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2649D3AE-04C4-7262-F679-70C804F448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39"/>
          <a:stretch/>
        </p:blipFill>
        <p:spPr>
          <a:xfrm>
            <a:off x="975358" y="2222287"/>
            <a:ext cx="10241282" cy="423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92566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5953F49-71B8-A7F1-8990-AF08EB114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API + Backend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E18A93E-DEF6-A0C6-E630-0502FD248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800" err="1"/>
              <a:t>RESTful</a:t>
            </a:r>
            <a:r>
              <a:rPr lang="hu-HU" sz="2800"/>
              <a:t> szoftverarchitektúra</a:t>
            </a:r>
          </a:p>
          <a:p>
            <a:r>
              <a:rPr lang="hu-HU" sz="2800"/>
              <a:t>Paraméterezett lekérdezések → biztonság</a:t>
            </a:r>
          </a:p>
          <a:p>
            <a:r>
              <a:rPr lang="hu-HU" sz="2800"/>
              <a:t>Egyedi </a:t>
            </a:r>
            <a:r>
              <a:rPr lang="hu-HU" sz="2800" err="1"/>
              <a:t>routing</a:t>
            </a:r>
            <a:r>
              <a:rPr lang="hu-HU" sz="2800"/>
              <a:t> metódus → asszociatív útvonal tömb</a:t>
            </a:r>
          </a:p>
          <a:p>
            <a:r>
              <a:rPr lang="hu-HU" sz="2800"/>
              <a:t>MVC programtervezési minta</a:t>
            </a:r>
          </a:p>
          <a:p>
            <a:r>
              <a:rPr lang="hu-HU" sz="2800"/>
              <a:t>AJAX</a:t>
            </a:r>
          </a:p>
        </p:txBody>
      </p:sp>
    </p:spTree>
    <p:extLst>
      <p:ext uri="{BB962C8B-B14F-4D97-AF65-F5344CB8AC3E}">
        <p14:creationId xmlns:p14="http://schemas.microsoft.com/office/powerpoint/2010/main" val="18656150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D5635E8-368D-F38F-7DEE-3EC7059D0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hu-HU"/>
              <a:t>Főoldal</a:t>
            </a:r>
            <a:endParaRPr lang="en-US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28181091-AD2A-C78D-D7FF-75EDCB446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3" y="2413000"/>
            <a:ext cx="3835583" cy="3632200"/>
          </a:xfrm>
        </p:spPr>
        <p:txBody>
          <a:bodyPr>
            <a:normAutofit/>
          </a:bodyPr>
          <a:lstStyle/>
          <a:p>
            <a:endParaRPr lang="en-US" sz="1600"/>
          </a:p>
        </p:txBody>
      </p:sp>
      <p:pic>
        <p:nvPicPr>
          <p:cNvPr id="5" name="Tartalom helye 4" descr="A képen szöveg, képernyőkép, Webhely, Online hirdeté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CC3A3B28-B129-E2C5-4F62-0FBD0D2D7E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2019663" y="2050053"/>
            <a:ext cx="8152674" cy="4585878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96363894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>
            <a:extLst>
              <a:ext uri="{FF2B5EF4-FFF2-40B4-BE49-F238E27FC236}">
                <a16:creationId xmlns:a16="http://schemas.microsoft.com/office/drawing/2014/main" id="{11114F18-D12D-43C6-895F-5BA92C290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E2DD4A6-DC96-421E-9E1C-7CD0D268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 bwMode="white">
          <a:xfrm>
            <a:off x="0" y="4525094"/>
            <a:ext cx="12203151" cy="2344057"/>
            <a:chOff x="0" y="4525094"/>
            <a:chExt cx="12203151" cy="2344057"/>
          </a:xfrm>
        </p:grpSpPr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5E6BB74D-E85C-4CCB-90CE-0246006405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0" y="4525094"/>
              <a:ext cx="12192000" cy="2332906"/>
            </a:xfrm>
            <a:custGeom>
              <a:avLst/>
              <a:gdLst>
                <a:gd name="connsiteX0" fmla="*/ 0 w 12192000"/>
                <a:gd name="connsiteY0" fmla="*/ 0 h 2332906"/>
                <a:gd name="connsiteX1" fmla="*/ 1996017 w 12192000"/>
                <a:gd name="connsiteY1" fmla="*/ 0 h 2332906"/>
                <a:gd name="connsiteX2" fmla="*/ 2377017 w 12192000"/>
                <a:gd name="connsiteY2" fmla="*/ 263783 h 2332906"/>
                <a:gd name="connsiteX3" fmla="*/ 2385484 w 12192000"/>
                <a:gd name="connsiteY3" fmla="*/ 266713 h 2332906"/>
                <a:gd name="connsiteX4" fmla="*/ 2398184 w 12192000"/>
                <a:gd name="connsiteY4" fmla="*/ 271110 h 2332906"/>
                <a:gd name="connsiteX5" fmla="*/ 2410883 w 12192000"/>
                <a:gd name="connsiteY5" fmla="*/ 275506 h 2332906"/>
                <a:gd name="connsiteX6" fmla="*/ 2421467 w 12192000"/>
                <a:gd name="connsiteY6" fmla="*/ 275506 h 2332906"/>
                <a:gd name="connsiteX7" fmla="*/ 2434167 w 12192000"/>
                <a:gd name="connsiteY7" fmla="*/ 275506 h 2332906"/>
                <a:gd name="connsiteX8" fmla="*/ 2444750 w 12192000"/>
                <a:gd name="connsiteY8" fmla="*/ 271110 h 2332906"/>
                <a:gd name="connsiteX9" fmla="*/ 2457450 w 12192000"/>
                <a:gd name="connsiteY9" fmla="*/ 266713 h 2332906"/>
                <a:gd name="connsiteX10" fmla="*/ 2465917 w 12192000"/>
                <a:gd name="connsiteY10" fmla="*/ 263783 h 2332906"/>
                <a:gd name="connsiteX11" fmla="*/ 2846917 w 12192000"/>
                <a:gd name="connsiteY11" fmla="*/ 0 h 2332906"/>
                <a:gd name="connsiteX12" fmla="*/ 12192000 w 12192000"/>
                <a:gd name="connsiteY12" fmla="*/ 0 h 2332906"/>
                <a:gd name="connsiteX13" fmla="*/ 12192000 w 12192000"/>
                <a:gd name="connsiteY13" fmla="*/ 2332906 h 2332906"/>
                <a:gd name="connsiteX14" fmla="*/ 0 w 12192000"/>
                <a:gd name="connsiteY14" fmla="*/ 2332906 h 233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192000" h="2332906">
                  <a:moveTo>
                    <a:pt x="0" y="0"/>
                  </a:moveTo>
                  <a:lnTo>
                    <a:pt x="1996017" y="0"/>
                  </a:lnTo>
                  <a:lnTo>
                    <a:pt x="2377017" y="263783"/>
                  </a:lnTo>
                  <a:lnTo>
                    <a:pt x="2385484" y="266713"/>
                  </a:lnTo>
                  <a:lnTo>
                    <a:pt x="2398184" y="271110"/>
                  </a:lnTo>
                  <a:lnTo>
                    <a:pt x="2410883" y="275506"/>
                  </a:lnTo>
                  <a:lnTo>
                    <a:pt x="2421467" y="275506"/>
                  </a:lnTo>
                  <a:lnTo>
                    <a:pt x="2434167" y="275506"/>
                  </a:lnTo>
                  <a:lnTo>
                    <a:pt x="2444750" y="271110"/>
                  </a:lnTo>
                  <a:lnTo>
                    <a:pt x="2457450" y="266713"/>
                  </a:lnTo>
                  <a:lnTo>
                    <a:pt x="2465917" y="263783"/>
                  </a:lnTo>
                  <a:lnTo>
                    <a:pt x="2846917" y="0"/>
                  </a:lnTo>
                  <a:lnTo>
                    <a:pt x="12192000" y="0"/>
                  </a:lnTo>
                  <a:lnTo>
                    <a:pt x="12192000" y="2332906"/>
                  </a:lnTo>
                  <a:lnTo>
                    <a:pt x="0" y="2332906"/>
                  </a:lnTo>
                  <a:close/>
                </a:path>
              </a:pathLst>
            </a:cu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52808592-600C-4349-9F27-EC36C0BA4C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 flipH="1">
              <a:off x="3820" y="4536245"/>
              <a:ext cx="5660999" cy="2332906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B5E00D3B-1E29-4E11-BCD3-8E3A56F4BE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4813714" y="4536245"/>
              <a:ext cx="7389437" cy="2332906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26D836CC-2481-5F1A-BF89-3DBC8FE2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4817533"/>
            <a:ext cx="10572000" cy="77952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 err="1"/>
              <a:t>Registration</a:t>
            </a:r>
            <a:r>
              <a:rPr lang="hu-HU"/>
              <a:t> and Login</a:t>
            </a:r>
            <a:endParaRPr lang="en-US"/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97DD01C8-5277-093E-1A45-CEC955122F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04246" y="640080"/>
            <a:ext cx="5038792" cy="3602736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F5934631-39D8-E638-43BF-FA5772B84D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551" y="1332572"/>
            <a:ext cx="5376369" cy="2217751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57815980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F736E5-6652-71C9-CC83-4DC7D8EC9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6">
            <a:extLst>
              <a:ext uri="{FF2B5EF4-FFF2-40B4-BE49-F238E27FC236}">
                <a16:creationId xmlns:a16="http://schemas.microsoft.com/office/drawing/2014/main" id="{11114F18-D12D-43C6-895F-5BA92C290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E2DD4A6-DC96-421E-9E1C-7CD0D268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 bwMode="white">
          <a:xfrm>
            <a:off x="0" y="4525094"/>
            <a:ext cx="12203151" cy="2344057"/>
            <a:chOff x="0" y="4525094"/>
            <a:chExt cx="12203151" cy="2344057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5E6BB74D-E85C-4CCB-90CE-0246006405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0" y="4525094"/>
              <a:ext cx="12192000" cy="2332906"/>
            </a:xfrm>
            <a:custGeom>
              <a:avLst/>
              <a:gdLst>
                <a:gd name="connsiteX0" fmla="*/ 0 w 12192000"/>
                <a:gd name="connsiteY0" fmla="*/ 0 h 2332906"/>
                <a:gd name="connsiteX1" fmla="*/ 1996017 w 12192000"/>
                <a:gd name="connsiteY1" fmla="*/ 0 h 2332906"/>
                <a:gd name="connsiteX2" fmla="*/ 2377017 w 12192000"/>
                <a:gd name="connsiteY2" fmla="*/ 263783 h 2332906"/>
                <a:gd name="connsiteX3" fmla="*/ 2385484 w 12192000"/>
                <a:gd name="connsiteY3" fmla="*/ 266713 h 2332906"/>
                <a:gd name="connsiteX4" fmla="*/ 2398184 w 12192000"/>
                <a:gd name="connsiteY4" fmla="*/ 271110 h 2332906"/>
                <a:gd name="connsiteX5" fmla="*/ 2410883 w 12192000"/>
                <a:gd name="connsiteY5" fmla="*/ 275506 h 2332906"/>
                <a:gd name="connsiteX6" fmla="*/ 2421467 w 12192000"/>
                <a:gd name="connsiteY6" fmla="*/ 275506 h 2332906"/>
                <a:gd name="connsiteX7" fmla="*/ 2434167 w 12192000"/>
                <a:gd name="connsiteY7" fmla="*/ 275506 h 2332906"/>
                <a:gd name="connsiteX8" fmla="*/ 2444750 w 12192000"/>
                <a:gd name="connsiteY8" fmla="*/ 271110 h 2332906"/>
                <a:gd name="connsiteX9" fmla="*/ 2457450 w 12192000"/>
                <a:gd name="connsiteY9" fmla="*/ 266713 h 2332906"/>
                <a:gd name="connsiteX10" fmla="*/ 2465917 w 12192000"/>
                <a:gd name="connsiteY10" fmla="*/ 263783 h 2332906"/>
                <a:gd name="connsiteX11" fmla="*/ 2846917 w 12192000"/>
                <a:gd name="connsiteY11" fmla="*/ 0 h 2332906"/>
                <a:gd name="connsiteX12" fmla="*/ 12192000 w 12192000"/>
                <a:gd name="connsiteY12" fmla="*/ 0 h 2332906"/>
                <a:gd name="connsiteX13" fmla="*/ 12192000 w 12192000"/>
                <a:gd name="connsiteY13" fmla="*/ 2332906 h 2332906"/>
                <a:gd name="connsiteX14" fmla="*/ 0 w 12192000"/>
                <a:gd name="connsiteY14" fmla="*/ 2332906 h 233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192000" h="2332906">
                  <a:moveTo>
                    <a:pt x="0" y="0"/>
                  </a:moveTo>
                  <a:lnTo>
                    <a:pt x="1996017" y="0"/>
                  </a:lnTo>
                  <a:lnTo>
                    <a:pt x="2377017" y="263783"/>
                  </a:lnTo>
                  <a:lnTo>
                    <a:pt x="2385484" y="266713"/>
                  </a:lnTo>
                  <a:lnTo>
                    <a:pt x="2398184" y="271110"/>
                  </a:lnTo>
                  <a:lnTo>
                    <a:pt x="2410883" y="275506"/>
                  </a:lnTo>
                  <a:lnTo>
                    <a:pt x="2421467" y="275506"/>
                  </a:lnTo>
                  <a:lnTo>
                    <a:pt x="2434167" y="275506"/>
                  </a:lnTo>
                  <a:lnTo>
                    <a:pt x="2444750" y="271110"/>
                  </a:lnTo>
                  <a:lnTo>
                    <a:pt x="2457450" y="266713"/>
                  </a:lnTo>
                  <a:lnTo>
                    <a:pt x="2465917" y="263783"/>
                  </a:lnTo>
                  <a:lnTo>
                    <a:pt x="2846917" y="0"/>
                  </a:lnTo>
                  <a:lnTo>
                    <a:pt x="12192000" y="0"/>
                  </a:lnTo>
                  <a:lnTo>
                    <a:pt x="12192000" y="2332906"/>
                  </a:lnTo>
                  <a:lnTo>
                    <a:pt x="0" y="2332906"/>
                  </a:lnTo>
                  <a:close/>
                </a:path>
              </a:pathLst>
            </a:cu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52808592-600C-4349-9F27-EC36C0BA4C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 flipH="1">
              <a:off x="3820" y="4536245"/>
              <a:ext cx="5660999" cy="2332906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B5E00D3B-1E29-4E11-BCD3-8E3A56F4BE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4813714" y="4536245"/>
              <a:ext cx="7389437" cy="2332906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5174D7FC-CE78-C313-AA2C-A4724EE80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4817533"/>
            <a:ext cx="10572000" cy="77952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/>
              <a:t>Autó hozzáadása és kezelése</a:t>
            </a:r>
            <a:endParaRPr lang="en-US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8EE06BA9-4776-8B79-B3B2-2B8F65DEC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025" y="640080"/>
            <a:ext cx="5021234" cy="3602736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  <p:pic>
        <p:nvPicPr>
          <p:cNvPr id="11" name="Tartalom helye 10">
            <a:extLst>
              <a:ext uri="{FF2B5EF4-FFF2-40B4-BE49-F238E27FC236}">
                <a16:creationId xmlns:a16="http://schemas.microsoft.com/office/drawing/2014/main" id="{DFF1B438-F2D1-456D-C87C-D974B61C9F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344339" y="640080"/>
            <a:ext cx="5038792" cy="3602736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72691745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7B0EDF-80BF-8014-1B12-D0294960B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2DD427-2FB9-7E90-B00E-0CCF44D0D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hu-HU"/>
              <a:t>Rendszám módosítása</a:t>
            </a:r>
            <a:endParaRPr lang="en-US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429D5A3-7165-C56C-80B6-689315203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3" y="2413000"/>
            <a:ext cx="3835583" cy="3632200"/>
          </a:xfrm>
        </p:spPr>
        <p:txBody>
          <a:bodyPr>
            <a:normAutofit/>
          </a:bodyPr>
          <a:lstStyle/>
          <a:p>
            <a:endParaRPr lang="en-US" sz="1600"/>
          </a:p>
        </p:txBody>
      </p:sp>
      <p:pic>
        <p:nvPicPr>
          <p:cNvPr id="5" name="Tartalom helye 4" descr="A képen szöveg, képernyőkép, Betűtípus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E42A4E16-E140-0E6A-FD28-ED4CE17FC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906" y="2413000"/>
            <a:ext cx="4734189" cy="3716338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76012563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D05D1F-BC23-72A0-4C44-F6F0E2E2A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>
            <a:extLst>
              <a:ext uri="{FF2B5EF4-FFF2-40B4-BE49-F238E27FC236}">
                <a16:creationId xmlns:a16="http://schemas.microsoft.com/office/drawing/2014/main" id="{11114F18-D12D-43C6-895F-5BA92C290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E2DD4A6-DC96-421E-9E1C-7CD0D268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 bwMode="white">
          <a:xfrm>
            <a:off x="0" y="4525094"/>
            <a:ext cx="12203151" cy="2344057"/>
            <a:chOff x="0" y="4525094"/>
            <a:chExt cx="12203151" cy="2344057"/>
          </a:xfrm>
        </p:grpSpPr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5E6BB74D-E85C-4CCB-90CE-0246006405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0" y="4525094"/>
              <a:ext cx="12192000" cy="2332906"/>
            </a:xfrm>
            <a:custGeom>
              <a:avLst/>
              <a:gdLst>
                <a:gd name="connsiteX0" fmla="*/ 0 w 12192000"/>
                <a:gd name="connsiteY0" fmla="*/ 0 h 2332906"/>
                <a:gd name="connsiteX1" fmla="*/ 1996017 w 12192000"/>
                <a:gd name="connsiteY1" fmla="*/ 0 h 2332906"/>
                <a:gd name="connsiteX2" fmla="*/ 2377017 w 12192000"/>
                <a:gd name="connsiteY2" fmla="*/ 263783 h 2332906"/>
                <a:gd name="connsiteX3" fmla="*/ 2385484 w 12192000"/>
                <a:gd name="connsiteY3" fmla="*/ 266713 h 2332906"/>
                <a:gd name="connsiteX4" fmla="*/ 2398184 w 12192000"/>
                <a:gd name="connsiteY4" fmla="*/ 271110 h 2332906"/>
                <a:gd name="connsiteX5" fmla="*/ 2410883 w 12192000"/>
                <a:gd name="connsiteY5" fmla="*/ 275506 h 2332906"/>
                <a:gd name="connsiteX6" fmla="*/ 2421467 w 12192000"/>
                <a:gd name="connsiteY6" fmla="*/ 275506 h 2332906"/>
                <a:gd name="connsiteX7" fmla="*/ 2434167 w 12192000"/>
                <a:gd name="connsiteY7" fmla="*/ 275506 h 2332906"/>
                <a:gd name="connsiteX8" fmla="*/ 2444750 w 12192000"/>
                <a:gd name="connsiteY8" fmla="*/ 271110 h 2332906"/>
                <a:gd name="connsiteX9" fmla="*/ 2457450 w 12192000"/>
                <a:gd name="connsiteY9" fmla="*/ 266713 h 2332906"/>
                <a:gd name="connsiteX10" fmla="*/ 2465917 w 12192000"/>
                <a:gd name="connsiteY10" fmla="*/ 263783 h 2332906"/>
                <a:gd name="connsiteX11" fmla="*/ 2846917 w 12192000"/>
                <a:gd name="connsiteY11" fmla="*/ 0 h 2332906"/>
                <a:gd name="connsiteX12" fmla="*/ 12192000 w 12192000"/>
                <a:gd name="connsiteY12" fmla="*/ 0 h 2332906"/>
                <a:gd name="connsiteX13" fmla="*/ 12192000 w 12192000"/>
                <a:gd name="connsiteY13" fmla="*/ 2332906 h 2332906"/>
                <a:gd name="connsiteX14" fmla="*/ 0 w 12192000"/>
                <a:gd name="connsiteY14" fmla="*/ 2332906 h 233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192000" h="2332906">
                  <a:moveTo>
                    <a:pt x="0" y="0"/>
                  </a:moveTo>
                  <a:lnTo>
                    <a:pt x="1996017" y="0"/>
                  </a:lnTo>
                  <a:lnTo>
                    <a:pt x="2377017" y="263783"/>
                  </a:lnTo>
                  <a:lnTo>
                    <a:pt x="2385484" y="266713"/>
                  </a:lnTo>
                  <a:lnTo>
                    <a:pt x="2398184" y="271110"/>
                  </a:lnTo>
                  <a:lnTo>
                    <a:pt x="2410883" y="275506"/>
                  </a:lnTo>
                  <a:lnTo>
                    <a:pt x="2421467" y="275506"/>
                  </a:lnTo>
                  <a:lnTo>
                    <a:pt x="2434167" y="275506"/>
                  </a:lnTo>
                  <a:lnTo>
                    <a:pt x="2444750" y="271110"/>
                  </a:lnTo>
                  <a:lnTo>
                    <a:pt x="2457450" y="266713"/>
                  </a:lnTo>
                  <a:lnTo>
                    <a:pt x="2465917" y="263783"/>
                  </a:lnTo>
                  <a:lnTo>
                    <a:pt x="2846917" y="0"/>
                  </a:lnTo>
                  <a:lnTo>
                    <a:pt x="12192000" y="0"/>
                  </a:lnTo>
                  <a:lnTo>
                    <a:pt x="12192000" y="2332906"/>
                  </a:lnTo>
                  <a:lnTo>
                    <a:pt x="0" y="2332906"/>
                  </a:lnTo>
                  <a:close/>
                </a:path>
              </a:pathLst>
            </a:cu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52808592-600C-4349-9F27-EC36C0BA4C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 flipH="1">
              <a:off x="3820" y="4536245"/>
              <a:ext cx="5660999" cy="2332906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B5E00D3B-1E29-4E11-BCD3-8E3A56F4BE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4813714" y="4536245"/>
              <a:ext cx="7389437" cy="2332906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29E8E624-6F58-D821-2966-57B63D9AB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4817533"/>
            <a:ext cx="10572000" cy="77952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/>
              <a:t>Szolgáltatás foglalása</a:t>
            </a:r>
            <a:endParaRPr lang="en-US"/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A8413F34-7C35-0D3C-1B7E-24C9E94B6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58" y="1070474"/>
            <a:ext cx="5376368" cy="2741947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  <p:pic>
        <p:nvPicPr>
          <p:cNvPr id="9" name="Tartalom helye 8">
            <a:extLst>
              <a:ext uri="{FF2B5EF4-FFF2-40B4-BE49-F238E27FC236}">
                <a16:creationId xmlns:a16="http://schemas.microsoft.com/office/drawing/2014/main" id="{25E328B4-071D-39E5-42E6-79D5D3CF57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175551" y="1426658"/>
            <a:ext cx="5376369" cy="2029579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22771159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6CB96A-0268-A6B0-0B3D-CEA8072C2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err="1"/>
              <a:t>Reszponzivitás</a:t>
            </a:r>
            <a:endParaRPr lang="hu-HU"/>
          </a:p>
        </p:txBody>
      </p:sp>
      <p:pic>
        <p:nvPicPr>
          <p:cNvPr id="5" name="Tartalom helye 4" descr="A képen szöveg, képernyőkép, Márka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EE8BCD01-DC1F-32FC-B6E8-802827590C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692" y="2347888"/>
            <a:ext cx="4875508" cy="4062924"/>
          </a:xfrm>
        </p:spPr>
      </p:pic>
      <p:pic>
        <p:nvPicPr>
          <p:cNvPr id="9" name="Kép 8" descr="A képen szöveg, képernyőkép, Betűtípus, Márka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4F84F149-F262-EDAB-84FD-C713726760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692" y="2347888"/>
            <a:ext cx="2708616" cy="406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7564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ABDC08D-6093-4397-92D4-54D00E2B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650724" y="650724"/>
            <a:ext cx="6858000" cy="5556552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0CCF9C4-CB1B-2856-4C78-23FF92954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1734857"/>
            <a:ext cx="4074765" cy="3388287"/>
          </a:xfrm>
        </p:spPr>
        <p:txBody>
          <a:bodyPr anchor="ctr">
            <a:normAutofit/>
          </a:bodyPr>
          <a:lstStyle/>
          <a:p>
            <a:r>
              <a:rPr lang="hu-HU" sz="5400"/>
              <a:t>Asztali alkalmazás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DE2E7E6-D257-0656-01E9-43096AB6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8068" y="978993"/>
            <a:ext cx="5365218" cy="4900014"/>
          </a:xfrm>
          <a:effectLst/>
        </p:spPr>
        <p:txBody>
          <a:bodyPr>
            <a:normAutofit/>
          </a:bodyPr>
          <a:lstStyle/>
          <a:p>
            <a:r>
              <a:rPr lang="hu-HU" sz="2800"/>
              <a:t>Ügyfelek hozzáadása, kezelése</a:t>
            </a:r>
          </a:p>
          <a:p>
            <a:r>
              <a:rPr lang="hu-HU" sz="2800"/>
              <a:t>Autók kezelése</a:t>
            </a:r>
          </a:p>
          <a:p>
            <a:r>
              <a:rPr lang="hu-HU" sz="2800"/>
              <a:t>Alkatrészek kezelése, rendelés</a:t>
            </a:r>
          </a:p>
          <a:p>
            <a:r>
              <a:rPr lang="hu-HU" sz="2800"/>
              <a:t>Foglalt szolgáltatások nyomon követése</a:t>
            </a:r>
          </a:p>
          <a:p>
            <a:r>
              <a:rPr lang="hu-HU" sz="2800"/>
              <a:t>Új </a:t>
            </a:r>
            <a:r>
              <a:rPr lang="hu-HU" sz="2800" err="1"/>
              <a:t>adminok</a:t>
            </a:r>
            <a:r>
              <a:rPr lang="hu-HU" sz="2800"/>
              <a:t> és szerelők hozzáadása</a:t>
            </a:r>
          </a:p>
        </p:txBody>
      </p:sp>
    </p:spTree>
    <p:extLst>
      <p:ext uri="{BB962C8B-B14F-4D97-AF65-F5344CB8AC3E}">
        <p14:creationId xmlns:p14="http://schemas.microsoft.com/office/powerpoint/2010/main" val="152705138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7743172-17A8-4FA4-8434-B813E03B7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 23">
            <a:extLst>
              <a:ext uri="{FF2B5EF4-FFF2-40B4-BE49-F238E27FC236}">
                <a16:creationId xmlns:a16="http://schemas.microsoft.com/office/drawing/2014/main" id="{4CE1233C-FD2F-489E-BFDE-086F5FED6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B570F-1DF8-D529-42FF-AF62FAB7E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288" y="1788189"/>
            <a:ext cx="4042427" cy="42411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4400"/>
              <a:t>Bejelentkezési felület</a:t>
            </a:r>
            <a:br>
              <a:rPr lang="hu-HU" sz="4400"/>
            </a:br>
            <a:endParaRPr lang="en-US" sz="4400"/>
          </a:p>
        </p:txBody>
      </p:sp>
      <p:pic>
        <p:nvPicPr>
          <p:cNvPr id="5" name="Picture 4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0DCFC4B6-D6D2-BFCA-B69A-AD8ECCBB9F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765" y="643465"/>
            <a:ext cx="3913475" cy="5397897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5407903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743172-17A8-4FA4-8434-B813E03B7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4CE1233C-FD2F-489E-BFDE-086F5FED6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D3D6076-DCF6-9ABB-5C81-DDCA6FF7C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4" y="1800225"/>
            <a:ext cx="3444211" cy="42411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Ügyfelek kezelése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178343-C7BD-0755-806F-BF639324BD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472" y="1540346"/>
            <a:ext cx="6268062" cy="3604135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7256830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DF293F-F663-F1AC-FC0C-9F24D52F2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277119-B941-4A45-9322-FA2BC135D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23">
            <a:extLst>
              <a:ext uri="{FF2B5EF4-FFF2-40B4-BE49-F238E27FC236}">
                <a16:creationId xmlns:a16="http://schemas.microsoft.com/office/drawing/2014/main" id="{DFDB457D-F372-428B-A10D-41080EF93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7554995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AE42346-CCCC-97A2-B4B9-C2024A4BA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4349" y="1819275"/>
            <a:ext cx="3606137" cy="42220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Járművek kezelése</a:t>
            </a:r>
          </a:p>
        </p:txBody>
      </p:sp>
      <p:pic>
        <p:nvPicPr>
          <p:cNvPr id="13" name="Content Placeholder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DF3B49-F5B6-F08C-4F90-E6DA8E0FB2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798905"/>
            <a:ext cx="6268060" cy="3087019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25566665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70730C-67FD-9B47-0D50-5CE53048B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277119-B941-4A45-9322-FA2BC135D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23">
            <a:extLst>
              <a:ext uri="{FF2B5EF4-FFF2-40B4-BE49-F238E27FC236}">
                <a16:creationId xmlns:a16="http://schemas.microsoft.com/office/drawing/2014/main" id="{DFDB457D-F372-428B-A10D-41080EF93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7554995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B87B8FE-7221-4B06-BCDB-0218A08F4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4349" y="1819275"/>
            <a:ext cx="3606137" cy="42220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4400"/>
              <a:t>Alkatrészek kezelése</a:t>
            </a:r>
            <a:endParaRPr lang="en-US" sz="4400"/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0A1590D9-DAE6-E0C2-CDBD-E6759329B9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43467" y="1540348"/>
            <a:ext cx="6268060" cy="3604134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9991838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E091F2-80FF-2D1D-0962-96A0FE9A7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743172-17A8-4FA4-8434-B813E03B7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4CE1233C-FD2F-489E-BFDE-086F5FED6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7CD8B5D-0686-F446-3E53-6C4E9047B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4" y="1800225"/>
            <a:ext cx="3444211" cy="42411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/>
              <a:t>Foglalt szolgáltatások nyomon követése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4561C9-3529-A33D-1789-367C6AE848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472" y="1540346"/>
            <a:ext cx="6268062" cy="3604135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E6DB1B-ADA9-CA88-94C0-FE915C2F4E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826" y="1540346"/>
            <a:ext cx="6313708" cy="3615589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247044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277119-B941-4A45-9322-FA2BC135D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DFDB457D-F372-428B-A10D-41080EF93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7554995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467755-21B8-1916-432D-2D5309EF7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4349" y="1819275"/>
            <a:ext cx="3606137" cy="42220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/>
              <a:t>Managing Brands and Models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34AD49-6C6A-FAFB-7E24-A723769D81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548183"/>
            <a:ext cx="6268060" cy="3588463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265899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C4EBA7-87BE-EDA8-28F0-D9ACF1882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743172-17A8-4FA4-8434-B813E03B7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23">
            <a:extLst>
              <a:ext uri="{FF2B5EF4-FFF2-40B4-BE49-F238E27FC236}">
                <a16:creationId xmlns:a16="http://schemas.microsoft.com/office/drawing/2014/main" id="{4CE1233C-FD2F-489E-BFDE-086F5FED6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6F9277A-369E-0333-0EE3-1DDC089C1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82" y="1800226"/>
            <a:ext cx="4097239" cy="42411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3800" err="1"/>
              <a:t>Adding</a:t>
            </a:r>
            <a:r>
              <a:rPr lang="hu-HU" sz="3800"/>
              <a:t> </a:t>
            </a:r>
            <a:r>
              <a:rPr lang="hu-HU" sz="3800" err="1"/>
              <a:t>new</a:t>
            </a:r>
            <a:r>
              <a:rPr lang="hu-HU" sz="3800"/>
              <a:t> </a:t>
            </a:r>
            <a:r>
              <a:rPr lang="hu-HU" sz="3800" err="1"/>
              <a:t>administrators</a:t>
            </a:r>
            <a:r>
              <a:rPr lang="hu-HU" sz="3800"/>
              <a:t> and </a:t>
            </a:r>
            <a:r>
              <a:rPr lang="hu-HU" sz="3800" err="1"/>
              <a:t>mechanics</a:t>
            </a:r>
            <a:endParaRPr lang="en-US" sz="3800"/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6F43D153-F60F-B3F7-176A-D8829521DA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707418" y="643465"/>
            <a:ext cx="3414169" cy="5397897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3019774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AF41A6-795E-B92F-4258-466496DF4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Továbbfejlesztési irány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F8B686D-E545-3590-87F7-0DE302BB7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800" dirty="0"/>
              <a:t>Elfelejtett jelszó</a:t>
            </a:r>
          </a:p>
          <a:p>
            <a:r>
              <a:rPr lang="hu-HU" sz="2800" dirty="0"/>
              <a:t>Emailben visszajelzés</a:t>
            </a:r>
          </a:p>
          <a:p>
            <a:r>
              <a:rPr lang="hu-HU" sz="2800" dirty="0"/>
              <a:t>Mobil alkalmazás</a:t>
            </a:r>
          </a:p>
        </p:txBody>
      </p:sp>
    </p:spTree>
    <p:extLst>
      <p:ext uri="{BB962C8B-B14F-4D97-AF65-F5344CB8AC3E}">
        <p14:creationId xmlns:p14="http://schemas.microsoft.com/office/powerpoint/2010/main" val="37557950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53DAF49-2900-43E1-FD53-D85D1E9954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/>
              <a:t>Köszönjük a figyelmet!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84D35E2-1DED-895B-1C52-983B1C2E4A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00487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Jegyezhető">
  <a:themeElements>
    <a:clrScheme name="Jegyezhető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Jegyezhető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Jegyezhető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B7A7369C5415E0429709DAC185758B2B" ma:contentTypeVersion="15" ma:contentTypeDescription="Új dokumentum létrehozása." ma:contentTypeScope="" ma:versionID="be169c44994fb74393ae1b59d86af35f">
  <xsd:schema xmlns:xsd="http://www.w3.org/2001/XMLSchema" xmlns:xs="http://www.w3.org/2001/XMLSchema" xmlns:p="http://schemas.microsoft.com/office/2006/metadata/properties" xmlns:ns3="8bea913a-4a56-46bd-bf17-e5cbeb5b6fe3" xmlns:ns4="c4b41797-abfc-4de9-872c-e571fc06c082" targetNamespace="http://schemas.microsoft.com/office/2006/metadata/properties" ma:root="true" ma:fieldsID="29aff251d2afa765376874ae38aab76a" ns3:_="" ns4:_="">
    <xsd:import namespace="8bea913a-4a56-46bd-bf17-e5cbeb5b6fe3"/>
    <xsd:import namespace="c4b41797-abfc-4de9-872c-e571fc06c08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ea913a-4a56-46bd-bf17-e5cbeb5b6f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b41797-abfc-4de9-872c-e571fc06c082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Résztvevők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Megosztva részletekkel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Megosztási tipp kivonat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bea913a-4a56-46bd-bf17-e5cbeb5b6fe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8DDEB44-55B5-4D64-AC5D-6EECDB016E07}">
  <ds:schemaRefs>
    <ds:schemaRef ds:uri="8bea913a-4a56-46bd-bf17-e5cbeb5b6fe3"/>
    <ds:schemaRef ds:uri="c4b41797-abfc-4de9-872c-e571fc06c08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C15445C-4353-4E74-98CB-00E6701DFF95}">
  <ds:schemaRefs>
    <ds:schemaRef ds:uri="http://purl.org/dc/terms/"/>
    <ds:schemaRef ds:uri="http://schemas.microsoft.com/office/infopath/2007/PartnerControls"/>
    <ds:schemaRef ds:uri="http://purl.org/dc/elements/1.1/"/>
    <ds:schemaRef ds:uri="8bea913a-4a56-46bd-bf17-e5cbeb5b6fe3"/>
    <ds:schemaRef ds:uri="http://schemas.microsoft.com/office/2006/documentManagement/types"/>
    <ds:schemaRef ds:uri="http://schemas.openxmlformats.org/package/2006/metadata/core-properties"/>
    <ds:schemaRef ds:uri="c4b41797-abfc-4de9-872c-e571fc06c082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01A6E2B-D923-4F42-A2CA-6EB7A719DA5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TM03457503[[fn=Jegyezhető]]</Template>
  <TotalTime>1</TotalTime>
  <Words>1383</Words>
  <Application>Microsoft Office PowerPoint</Application>
  <PresentationFormat>Szélesvásznú</PresentationFormat>
  <Paragraphs>164</Paragraphs>
  <Slides>23</Slides>
  <Notes>18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23</vt:i4>
      </vt:variant>
    </vt:vector>
  </HeadingPairs>
  <TitlesOfParts>
    <vt:vector size="28" baseType="lpstr">
      <vt:lpstr>Aptos</vt:lpstr>
      <vt:lpstr>Arial</vt:lpstr>
      <vt:lpstr>Century Gothic</vt:lpstr>
      <vt:lpstr>Wingdings 2</vt:lpstr>
      <vt:lpstr>Jegyezhető</vt:lpstr>
      <vt:lpstr>Autóműhely</vt:lpstr>
      <vt:lpstr>Miért éppen autóműhely?</vt:lpstr>
      <vt:lpstr>Munkamegosztás</vt:lpstr>
      <vt:lpstr>Jogosultságok</vt:lpstr>
      <vt:lpstr>Felépítés</vt:lpstr>
      <vt:lpstr>Adatbázis</vt:lpstr>
      <vt:lpstr>API + Backend</vt:lpstr>
      <vt:lpstr>Főoldal</vt:lpstr>
      <vt:lpstr>Registration and Login</vt:lpstr>
      <vt:lpstr>Autó hozzáadása és kezelése</vt:lpstr>
      <vt:lpstr>Rendszám módosítása</vt:lpstr>
      <vt:lpstr>Szolgáltatás foglalása</vt:lpstr>
      <vt:lpstr>Reszponzivitás</vt:lpstr>
      <vt:lpstr>Asztali alkalmazás</vt:lpstr>
      <vt:lpstr>Bejelentkezési felület </vt:lpstr>
      <vt:lpstr>Ügyfelek kezelése</vt:lpstr>
      <vt:lpstr>Járművek kezelése</vt:lpstr>
      <vt:lpstr>Alkatrészek kezelése</vt:lpstr>
      <vt:lpstr>Foglalt szolgáltatások nyomon követése</vt:lpstr>
      <vt:lpstr>Managing Brands and Models</vt:lpstr>
      <vt:lpstr>Adding new administrators and mechanics</vt:lpstr>
      <vt:lpstr>Továbbfejlesztési irány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Chrén András Ferenc</dc:creator>
  <cp:lastModifiedBy>Chrén András Ferenc</cp:lastModifiedBy>
  <cp:revision>66</cp:revision>
  <dcterms:created xsi:type="dcterms:W3CDTF">2025-03-28T10:31:17Z</dcterms:created>
  <dcterms:modified xsi:type="dcterms:W3CDTF">2025-05-26T19:37:25Z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0x010100B7A7369C5415E0429709DAC185758B2B</vt:lpwstr>
  </property>
</Properties>
</file>